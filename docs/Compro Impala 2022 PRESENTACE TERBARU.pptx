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64.jpg" ContentType="image/jpeg"/>
  <Override PartName="/ppt/media/image67.jpg" ContentType="image/jpeg"/>
  <Override PartName="/ppt/notesSlides/notesSlide1.xml" ContentType="application/vnd.openxmlformats-officedocument.presentationml.notesSlide+xml"/>
  <Override PartName="/ppt/comments/comment1.xml" ContentType="application/vnd.openxmlformats-officedocument.presentationml.comments+xml"/>
  <Override PartName="/ppt/media/image115.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9"/>
  </p:notesMasterIdLst>
  <p:sldIdLst>
    <p:sldId id="278" r:id="rId2"/>
    <p:sldId id="257" r:id="rId3"/>
    <p:sldId id="277" r:id="rId4"/>
    <p:sldId id="259" r:id="rId5"/>
    <p:sldId id="260" r:id="rId6"/>
    <p:sldId id="261" r:id="rId7"/>
    <p:sldId id="262" r:id="rId8"/>
    <p:sldId id="263" r:id="rId9"/>
    <p:sldId id="264" r:id="rId10"/>
    <p:sldId id="271" r:id="rId11"/>
    <p:sldId id="275" r:id="rId12"/>
    <p:sldId id="276" r:id="rId13"/>
    <p:sldId id="293" r:id="rId14"/>
    <p:sldId id="295" r:id="rId15"/>
    <p:sldId id="292" r:id="rId16"/>
    <p:sldId id="297" r:id="rId17"/>
    <p:sldId id="298" r:id="rId18"/>
    <p:sldId id="300" r:id="rId19"/>
    <p:sldId id="301" r:id="rId20"/>
    <p:sldId id="302" r:id="rId21"/>
    <p:sldId id="303" r:id="rId22"/>
    <p:sldId id="305" r:id="rId23"/>
    <p:sldId id="304" r:id="rId24"/>
    <p:sldId id="280" r:id="rId25"/>
    <p:sldId id="282" r:id="rId26"/>
    <p:sldId id="269" r:id="rId27"/>
    <p:sldId id="272" r:id="rId28"/>
    <p:sldId id="290" r:id="rId29"/>
    <p:sldId id="306" r:id="rId30"/>
    <p:sldId id="288" r:id="rId31"/>
    <p:sldId id="273" r:id="rId32"/>
    <p:sldId id="267" r:id="rId33"/>
    <p:sldId id="294" r:id="rId34"/>
    <p:sldId id="284" r:id="rId35"/>
    <p:sldId id="274" r:id="rId36"/>
    <p:sldId id="266" r:id="rId37"/>
    <p:sldId id="279" r:id="rId38"/>
  </p:sldIdLst>
  <p:sldSz cx="7569200" cy="10706100"/>
  <p:notesSz cx="6858000" cy="99456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3691EE2-8C67-418D-B40E-10D455B55608}">
          <p14:sldIdLst>
            <p14:sldId id="278"/>
            <p14:sldId id="257"/>
            <p14:sldId id="277"/>
            <p14:sldId id="259"/>
            <p14:sldId id="260"/>
            <p14:sldId id="261"/>
            <p14:sldId id="262"/>
            <p14:sldId id="263"/>
            <p14:sldId id="264"/>
          </p14:sldIdLst>
        </p14:section>
        <p14:section name="Untitled Section" id="{ECAB882D-15B6-4BB7-90FF-9C965379AFEC}">
          <p14:sldIdLst>
            <p14:sldId id="271"/>
            <p14:sldId id="275"/>
            <p14:sldId id="276"/>
            <p14:sldId id="293"/>
            <p14:sldId id="295"/>
            <p14:sldId id="292"/>
            <p14:sldId id="297"/>
            <p14:sldId id="298"/>
            <p14:sldId id="300"/>
            <p14:sldId id="301"/>
            <p14:sldId id="302"/>
            <p14:sldId id="303"/>
            <p14:sldId id="305"/>
            <p14:sldId id="304"/>
            <p14:sldId id="280"/>
            <p14:sldId id="282"/>
            <p14:sldId id="269"/>
            <p14:sldId id="272"/>
            <p14:sldId id="290"/>
            <p14:sldId id="306"/>
            <p14:sldId id="288"/>
            <p14:sldId id="273"/>
            <p14:sldId id="267"/>
            <p14:sldId id="294"/>
            <p14:sldId id="284"/>
            <p14:sldId id="274"/>
            <p14:sldId id="266"/>
            <p14:sldId id="27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jaya" initials="H" lastIdx="1" clrIdx="0">
    <p:extLst>
      <p:ext uri="{19B8F6BF-5375-455C-9EA6-DF929625EA0E}">
        <p15:presenceInfo xmlns:p15="http://schemas.microsoft.com/office/powerpoint/2012/main" userId="Hanjay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30" autoAdjust="0"/>
    <p:restoredTop sz="94019" autoAdjust="0"/>
  </p:normalViewPr>
  <p:slideViewPr>
    <p:cSldViewPr>
      <p:cViewPr>
        <p:scale>
          <a:sx n="75" d="100"/>
          <a:sy n="75" d="100"/>
        </p:scale>
        <p:origin x="1830" y="-11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2-15T10:43:16.866" idx="1">
    <p:pos x="4611" y="5871"/>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71608" cy="498464"/>
          </a:xfrm>
          <a:prstGeom prst="rect">
            <a:avLst/>
          </a:prstGeom>
        </p:spPr>
        <p:txBody>
          <a:bodyPr vert="horz" lIns="84070" tIns="42035" rIns="84070" bIns="42035" rtlCol="0"/>
          <a:lstStyle>
            <a:lvl1pPr algn="l">
              <a:defRPr sz="1100"/>
            </a:lvl1pPr>
          </a:lstStyle>
          <a:p>
            <a:endParaRPr lang="en-ID"/>
          </a:p>
        </p:txBody>
      </p:sp>
      <p:sp>
        <p:nvSpPr>
          <p:cNvPr id="3" name="Date Placeholder 2"/>
          <p:cNvSpPr>
            <a:spLocks noGrp="1"/>
          </p:cNvSpPr>
          <p:nvPr>
            <p:ph type="dt" idx="1"/>
          </p:nvPr>
        </p:nvSpPr>
        <p:spPr>
          <a:xfrm>
            <a:off x="3884954" y="1"/>
            <a:ext cx="2971608" cy="498464"/>
          </a:xfrm>
          <a:prstGeom prst="rect">
            <a:avLst/>
          </a:prstGeom>
        </p:spPr>
        <p:txBody>
          <a:bodyPr vert="horz" lIns="84070" tIns="42035" rIns="84070" bIns="42035" rtlCol="0"/>
          <a:lstStyle>
            <a:lvl1pPr algn="r">
              <a:defRPr sz="1100"/>
            </a:lvl1pPr>
          </a:lstStyle>
          <a:p>
            <a:fld id="{408831CA-9DFD-45D7-8DF0-25133E52F553}" type="datetimeFigureOut">
              <a:rPr lang="en-ID" smtClean="0"/>
              <a:t>08/02/2023</a:t>
            </a:fld>
            <a:endParaRPr lang="en-ID"/>
          </a:p>
        </p:txBody>
      </p:sp>
      <p:sp>
        <p:nvSpPr>
          <p:cNvPr id="4" name="Slide Image Placeholder 3"/>
          <p:cNvSpPr>
            <a:spLocks noGrp="1" noRot="1" noChangeAspect="1"/>
          </p:cNvSpPr>
          <p:nvPr>
            <p:ph type="sldImg" idx="2"/>
          </p:nvPr>
        </p:nvSpPr>
        <p:spPr>
          <a:xfrm>
            <a:off x="2243138" y="1243013"/>
            <a:ext cx="2371725" cy="3355975"/>
          </a:xfrm>
          <a:prstGeom prst="rect">
            <a:avLst/>
          </a:prstGeom>
          <a:noFill/>
          <a:ln w="12700">
            <a:solidFill>
              <a:prstClr val="black"/>
            </a:solidFill>
          </a:ln>
        </p:spPr>
        <p:txBody>
          <a:bodyPr vert="horz" lIns="84070" tIns="42035" rIns="84070" bIns="42035" rtlCol="0" anchor="ctr"/>
          <a:lstStyle/>
          <a:p>
            <a:endParaRPr lang="en-ID"/>
          </a:p>
        </p:txBody>
      </p:sp>
      <p:sp>
        <p:nvSpPr>
          <p:cNvPr id="5" name="Notes Placeholder 4"/>
          <p:cNvSpPr>
            <a:spLocks noGrp="1"/>
          </p:cNvSpPr>
          <p:nvPr>
            <p:ph type="body" sz="quarter" idx="3"/>
          </p:nvPr>
        </p:nvSpPr>
        <p:spPr>
          <a:xfrm>
            <a:off x="686088" y="4787027"/>
            <a:ext cx="5485825" cy="3915451"/>
          </a:xfrm>
          <a:prstGeom prst="rect">
            <a:avLst/>
          </a:prstGeom>
        </p:spPr>
        <p:txBody>
          <a:bodyPr vert="horz" lIns="84070" tIns="42035" rIns="84070" bIns="4203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1" y="9447224"/>
            <a:ext cx="2971608" cy="498464"/>
          </a:xfrm>
          <a:prstGeom prst="rect">
            <a:avLst/>
          </a:prstGeom>
        </p:spPr>
        <p:txBody>
          <a:bodyPr vert="horz" lIns="84070" tIns="42035" rIns="84070" bIns="42035" rtlCol="0" anchor="b"/>
          <a:lstStyle>
            <a:lvl1pPr algn="l">
              <a:defRPr sz="1100"/>
            </a:lvl1pPr>
          </a:lstStyle>
          <a:p>
            <a:endParaRPr lang="en-ID"/>
          </a:p>
        </p:txBody>
      </p:sp>
      <p:sp>
        <p:nvSpPr>
          <p:cNvPr id="7" name="Slide Number Placeholder 6"/>
          <p:cNvSpPr>
            <a:spLocks noGrp="1"/>
          </p:cNvSpPr>
          <p:nvPr>
            <p:ph type="sldNum" sz="quarter" idx="5"/>
          </p:nvPr>
        </p:nvSpPr>
        <p:spPr>
          <a:xfrm>
            <a:off x="3884954" y="9447224"/>
            <a:ext cx="2971608" cy="498464"/>
          </a:xfrm>
          <a:prstGeom prst="rect">
            <a:avLst/>
          </a:prstGeom>
        </p:spPr>
        <p:txBody>
          <a:bodyPr vert="horz" lIns="84070" tIns="42035" rIns="84070" bIns="42035" rtlCol="0" anchor="b"/>
          <a:lstStyle>
            <a:lvl1pPr algn="r">
              <a:defRPr sz="1100"/>
            </a:lvl1pPr>
          </a:lstStyle>
          <a:p>
            <a:fld id="{ED94E849-A23C-48BE-9477-5C793BE637B6}" type="slidenum">
              <a:rPr lang="en-ID" smtClean="0"/>
              <a:t>‹#›</a:t>
            </a:fld>
            <a:endParaRPr lang="en-ID"/>
          </a:p>
        </p:txBody>
      </p:sp>
    </p:spTree>
    <p:extLst>
      <p:ext uri="{BB962C8B-B14F-4D97-AF65-F5344CB8AC3E}">
        <p14:creationId xmlns:p14="http://schemas.microsoft.com/office/powerpoint/2010/main" val="2658745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ED94E849-A23C-48BE-9477-5C793BE637B6}" type="slidenum">
              <a:rPr lang="en-ID" smtClean="0"/>
              <a:t>27</a:t>
            </a:fld>
            <a:endParaRPr lang="en-ID"/>
          </a:p>
        </p:txBody>
      </p:sp>
    </p:spTree>
    <p:extLst>
      <p:ext uri="{BB962C8B-B14F-4D97-AF65-F5344CB8AC3E}">
        <p14:creationId xmlns:p14="http://schemas.microsoft.com/office/powerpoint/2010/main" val="1215270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4EAC8-BCBB-4B3D-AC3F-6F3466160175}"/>
              </a:ext>
            </a:extLst>
          </p:cNvPr>
          <p:cNvSpPr>
            <a:spLocks noGrp="1"/>
          </p:cNvSpPr>
          <p:nvPr>
            <p:ph type="ctrTitle"/>
          </p:nvPr>
        </p:nvSpPr>
        <p:spPr>
          <a:xfrm>
            <a:off x="946150" y="1752133"/>
            <a:ext cx="5676900" cy="3727309"/>
          </a:xfrm>
        </p:spPr>
        <p:txBody>
          <a:bodyPr anchor="b"/>
          <a:lstStyle>
            <a:lvl1pPr algn="ctr">
              <a:defRPr sz="3725"/>
            </a:lvl1pPr>
          </a:lstStyle>
          <a:p>
            <a:r>
              <a:rPr lang="en-US"/>
              <a:t>Click to edit Master title style</a:t>
            </a:r>
            <a:endParaRPr lang="en-ID"/>
          </a:p>
        </p:txBody>
      </p:sp>
      <p:sp>
        <p:nvSpPr>
          <p:cNvPr id="3" name="Subtitle 2">
            <a:extLst>
              <a:ext uri="{FF2B5EF4-FFF2-40B4-BE49-F238E27FC236}">
                <a16:creationId xmlns:a16="http://schemas.microsoft.com/office/drawing/2014/main" id="{F5AFB8EF-3E5B-49E6-8847-8D085472ABC0}"/>
              </a:ext>
            </a:extLst>
          </p:cNvPr>
          <p:cNvSpPr>
            <a:spLocks noGrp="1"/>
          </p:cNvSpPr>
          <p:nvPr>
            <p:ph type="subTitle" idx="1"/>
          </p:nvPr>
        </p:nvSpPr>
        <p:spPr>
          <a:xfrm>
            <a:off x="946150" y="5623182"/>
            <a:ext cx="5676900" cy="2584828"/>
          </a:xfrm>
        </p:spPr>
        <p:txBody>
          <a:bodyPr/>
          <a:lstStyle>
            <a:lvl1pPr marL="0" indent="0" algn="ctr">
              <a:buNone/>
              <a:defRPr sz="1490"/>
            </a:lvl1pPr>
            <a:lvl2pPr marL="283830" indent="0" algn="ctr">
              <a:buNone/>
              <a:defRPr sz="1242"/>
            </a:lvl2pPr>
            <a:lvl3pPr marL="567660" indent="0" algn="ctr">
              <a:buNone/>
              <a:defRPr sz="1117"/>
            </a:lvl3pPr>
            <a:lvl4pPr marL="851489" indent="0" algn="ctr">
              <a:buNone/>
              <a:defRPr sz="993"/>
            </a:lvl4pPr>
            <a:lvl5pPr marL="1135319" indent="0" algn="ctr">
              <a:buNone/>
              <a:defRPr sz="993"/>
            </a:lvl5pPr>
            <a:lvl6pPr marL="1419149" indent="0" algn="ctr">
              <a:buNone/>
              <a:defRPr sz="993"/>
            </a:lvl6pPr>
            <a:lvl7pPr marL="1702979" indent="0" algn="ctr">
              <a:buNone/>
              <a:defRPr sz="993"/>
            </a:lvl7pPr>
            <a:lvl8pPr marL="1986808" indent="0" algn="ctr">
              <a:buNone/>
              <a:defRPr sz="993"/>
            </a:lvl8pPr>
            <a:lvl9pPr marL="2270638" indent="0" algn="ctr">
              <a:buNone/>
              <a:defRPr sz="993"/>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92398AF3-5CDF-4340-81C5-B50B3902D62D}"/>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5" name="Footer Placeholder 4">
            <a:extLst>
              <a:ext uri="{FF2B5EF4-FFF2-40B4-BE49-F238E27FC236}">
                <a16:creationId xmlns:a16="http://schemas.microsoft.com/office/drawing/2014/main" id="{1DB7DF0A-9D05-4A8E-8346-06CB24F4025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596EA67F-A053-425A-8E36-C75E71E41463}"/>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9190328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22D9A-2029-43E0-9A52-6CDB3D8352B4}"/>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91009A69-6A96-494D-81A5-F8809DF9AB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AAEEB24-8E5E-4469-906F-C47B643B6916}"/>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5" name="Footer Placeholder 4">
            <a:extLst>
              <a:ext uri="{FF2B5EF4-FFF2-40B4-BE49-F238E27FC236}">
                <a16:creationId xmlns:a16="http://schemas.microsoft.com/office/drawing/2014/main" id="{98E20DE0-D361-441F-8521-9B8FAB600BF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F989ED16-31B6-4A85-9081-6893129A7594}"/>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38122753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97181-8642-46B3-B860-29B93458E67E}"/>
              </a:ext>
            </a:extLst>
          </p:cNvPr>
          <p:cNvSpPr>
            <a:spLocks noGrp="1"/>
          </p:cNvSpPr>
          <p:nvPr>
            <p:ph type="title"/>
          </p:nvPr>
        </p:nvSpPr>
        <p:spPr>
          <a:xfrm>
            <a:off x="516440" y="2669092"/>
            <a:ext cx="6528435" cy="4453439"/>
          </a:xfrm>
        </p:spPr>
        <p:txBody>
          <a:bodyPr anchor="b"/>
          <a:lstStyle>
            <a:lvl1pPr>
              <a:defRPr sz="3725"/>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8442C24B-824B-4D1B-890F-B423D5A17179}"/>
              </a:ext>
            </a:extLst>
          </p:cNvPr>
          <p:cNvSpPr>
            <a:spLocks noGrp="1"/>
          </p:cNvSpPr>
          <p:nvPr>
            <p:ph type="body" idx="1"/>
          </p:nvPr>
        </p:nvSpPr>
        <p:spPr>
          <a:xfrm>
            <a:off x="516440" y="7164662"/>
            <a:ext cx="6528435" cy="2341959"/>
          </a:xfrm>
        </p:spPr>
        <p:txBody>
          <a:bodyPr/>
          <a:lstStyle>
            <a:lvl1pPr marL="0" indent="0">
              <a:buNone/>
              <a:defRPr sz="1490">
                <a:solidFill>
                  <a:schemeClr val="tx1">
                    <a:tint val="75000"/>
                  </a:schemeClr>
                </a:solidFill>
              </a:defRPr>
            </a:lvl1pPr>
            <a:lvl2pPr marL="283830" indent="0">
              <a:buNone/>
              <a:defRPr sz="1242">
                <a:solidFill>
                  <a:schemeClr val="tx1">
                    <a:tint val="75000"/>
                  </a:schemeClr>
                </a:solidFill>
              </a:defRPr>
            </a:lvl2pPr>
            <a:lvl3pPr marL="567660" indent="0">
              <a:buNone/>
              <a:defRPr sz="1117">
                <a:solidFill>
                  <a:schemeClr val="tx1">
                    <a:tint val="75000"/>
                  </a:schemeClr>
                </a:solidFill>
              </a:defRPr>
            </a:lvl3pPr>
            <a:lvl4pPr marL="851489" indent="0">
              <a:buNone/>
              <a:defRPr sz="993">
                <a:solidFill>
                  <a:schemeClr val="tx1">
                    <a:tint val="75000"/>
                  </a:schemeClr>
                </a:solidFill>
              </a:defRPr>
            </a:lvl4pPr>
            <a:lvl5pPr marL="1135319" indent="0">
              <a:buNone/>
              <a:defRPr sz="993">
                <a:solidFill>
                  <a:schemeClr val="tx1">
                    <a:tint val="75000"/>
                  </a:schemeClr>
                </a:solidFill>
              </a:defRPr>
            </a:lvl5pPr>
            <a:lvl6pPr marL="1419149" indent="0">
              <a:buNone/>
              <a:defRPr sz="993">
                <a:solidFill>
                  <a:schemeClr val="tx1">
                    <a:tint val="75000"/>
                  </a:schemeClr>
                </a:solidFill>
              </a:defRPr>
            </a:lvl6pPr>
            <a:lvl7pPr marL="1702979" indent="0">
              <a:buNone/>
              <a:defRPr sz="993">
                <a:solidFill>
                  <a:schemeClr val="tx1">
                    <a:tint val="75000"/>
                  </a:schemeClr>
                </a:solidFill>
              </a:defRPr>
            </a:lvl7pPr>
            <a:lvl8pPr marL="1986808" indent="0">
              <a:buNone/>
              <a:defRPr sz="993">
                <a:solidFill>
                  <a:schemeClr val="tx1">
                    <a:tint val="75000"/>
                  </a:schemeClr>
                </a:solidFill>
              </a:defRPr>
            </a:lvl8pPr>
            <a:lvl9pPr marL="2270638" indent="0">
              <a:buNone/>
              <a:defRPr sz="99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9C32CB-BCDA-4597-B8BB-89C3EA90FC16}"/>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5" name="Footer Placeholder 4">
            <a:extLst>
              <a:ext uri="{FF2B5EF4-FFF2-40B4-BE49-F238E27FC236}">
                <a16:creationId xmlns:a16="http://schemas.microsoft.com/office/drawing/2014/main" id="{BFEA1A1A-4AF1-4DE9-BF33-D696E3852C88}"/>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287D15CD-29F0-4D59-A9A8-E9A06686F091}"/>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213070297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3BEEA-AADE-421B-AED0-1E93CDD0D493}"/>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4E4F23E8-76E8-46C1-BD0C-C67D9C21CEB4}"/>
              </a:ext>
            </a:extLst>
          </p:cNvPr>
          <p:cNvSpPr>
            <a:spLocks noGrp="1"/>
          </p:cNvSpPr>
          <p:nvPr>
            <p:ph sz="half" idx="1"/>
          </p:nvPr>
        </p:nvSpPr>
        <p:spPr>
          <a:xfrm>
            <a:off x="520383" y="2850004"/>
            <a:ext cx="3216910" cy="6792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D3C7EF4B-2A1B-47DD-BB50-A37E71648FB6}"/>
              </a:ext>
            </a:extLst>
          </p:cNvPr>
          <p:cNvSpPr>
            <a:spLocks noGrp="1"/>
          </p:cNvSpPr>
          <p:nvPr>
            <p:ph sz="half" idx="2"/>
          </p:nvPr>
        </p:nvSpPr>
        <p:spPr>
          <a:xfrm>
            <a:off x="3831908" y="2850004"/>
            <a:ext cx="3216910" cy="6792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B666B33D-41E9-49B5-8C49-131811EAD9FF}"/>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6" name="Footer Placeholder 5">
            <a:extLst>
              <a:ext uri="{FF2B5EF4-FFF2-40B4-BE49-F238E27FC236}">
                <a16:creationId xmlns:a16="http://schemas.microsoft.com/office/drawing/2014/main" id="{6186C4FA-60FF-4802-91FB-BC349DB58BA4}"/>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5FDEA85-4CC2-4695-BBD6-B9955733E129}"/>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17980184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9B0BE-D30E-4267-A1B1-85B9EB257591}"/>
              </a:ext>
            </a:extLst>
          </p:cNvPr>
          <p:cNvSpPr>
            <a:spLocks noGrp="1"/>
          </p:cNvSpPr>
          <p:nvPr>
            <p:ph type="title"/>
          </p:nvPr>
        </p:nvSpPr>
        <p:spPr>
          <a:xfrm>
            <a:off x="521368" y="570002"/>
            <a:ext cx="6528435" cy="2069351"/>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DEC246A7-2A82-48BA-AF46-644EE63DDBE0}"/>
              </a:ext>
            </a:extLst>
          </p:cNvPr>
          <p:cNvSpPr>
            <a:spLocks noGrp="1"/>
          </p:cNvSpPr>
          <p:nvPr>
            <p:ph type="body" idx="1"/>
          </p:nvPr>
        </p:nvSpPr>
        <p:spPr>
          <a:xfrm>
            <a:off x="521369" y="2624482"/>
            <a:ext cx="3202126" cy="1286218"/>
          </a:xfrm>
        </p:spPr>
        <p:txBody>
          <a:bodyPr anchor="b"/>
          <a:lstStyle>
            <a:lvl1pPr marL="0" indent="0">
              <a:buNone/>
              <a:defRPr sz="1490" b="1"/>
            </a:lvl1pPr>
            <a:lvl2pPr marL="283830" indent="0">
              <a:buNone/>
              <a:defRPr sz="1242" b="1"/>
            </a:lvl2pPr>
            <a:lvl3pPr marL="567660" indent="0">
              <a:buNone/>
              <a:defRPr sz="1117" b="1"/>
            </a:lvl3pPr>
            <a:lvl4pPr marL="851489" indent="0">
              <a:buNone/>
              <a:defRPr sz="993" b="1"/>
            </a:lvl4pPr>
            <a:lvl5pPr marL="1135319" indent="0">
              <a:buNone/>
              <a:defRPr sz="993" b="1"/>
            </a:lvl5pPr>
            <a:lvl6pPr marL="1419149" indent="0">
              <a:buNone/>
              <a:defRPr sz="993" b="1"/>
            </a:lvl6pPr>
            <a:lvl7pPr marL="1702979" indent="0">
              <a:buNone/>
              <a:defRPr sz="993" b="1"/>
            </a:lvl7pPr>
            <a:lvl8pPr marL="1986808" indent="0">
              <a:buNone/>
              <a:defRPr sz="993" b="1"/>
            </a:lvl8pPr>
            <a:lvl9pPr marL="2270638" indent="0">
              <a:buNone/>
              <a:defRPr sz="993" b="1"/>
            </a:lvl9pPr>
          </a:lstStyle>
          <a:p>
            <a:pPr lvl="0"/>
            <a:r>
              <a:rPr lang="en-US"/>
              <a:t>Click to edit Master text styles</a:t>
            </a:r>
          </a:p>
        </p:txBody>
      </p:sp>
      <p:sp>
        <p:nvSpPr>
          <p:cNvPr id="4" name="Content Placeholder 3">
            <a:extLst>
              <a:ext uri="{FF2B5EF4-FFF2-40B4-BE49-F238E27FC236}">
                <a16:creationId xmlns:a16="http://schemas.microsoft.com/office/drawing/2014/main" id="{0DDB0F7D-AC10-4488-A288-9F968D187DBA}"/>
              </a:ext>
            </a:extLst>
          </p:cNvPr>
          <p:cNvSpPr>
            <a:spLocks noGrp="1"/>
          </p:cNvSpPr>
          <p:nvPr>
            <p:ph sz="half" idx="2"/>
          </p:nvPr>
        </p:nvSpPr>
        <p:spPr>
          <a:xfrm>
            <a:off x="521369" y="3910701"/>
            <a:ext cx="3202126" cy="5752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11717A18-B155-4DC1-8BA1-BBCF58FEA79E}"/>
              </a:ext>
            </a:extLst>
          </p:cNvPr>
          <p:cNvSpPr>
            <a:spLocks noGrp="1"/>
          </p:cNvSpPr>
          <p:nvPr>
            <p:ph type="body" sz="quarter" idx="3"/>
          </p:nvPr>
        </p:nvSpPr>
        <p:spPr>
          <a:xfrm>
            <a:off x="3831907" y="2624482"/>
            <a:ext cx="3217896" cy="1286218"/>
          </a:xfrm>
        </p:spPr>
        <p:txBody>
          <a:bodyPr anchor="b"/>
          <a:lstStyle>
            <a:lvl1pPr marL="0" indent="0">
              <a:buNone/>
              <a:defRPr sz="1490" b="1"/>
            </a:lvl1pPr>
            <a:lvl2pPr marL="283830" indent="0">
              <a:buNone/>
              <a:defRPr sz="1242" b="1"/>
            </a:lvl2pPr>
            <a:lvl3pPr marL="567660" indent="0">
              <a:buNone/>
              <a:defRPr sz="1117" b="1"/>
            </a:lvl3pPr>
            <a:lvl4pPr marL="851489" indent="0">
              <a:buNone/>
              <a:defRPr sz="993" b="1"/>
            </a:lvl4pPr>
            <a:lvl5pPr marL="1135319" indent="0">
              <a:buNone/>
              <a:defRPr sz="993" b="1"/>
            </a:lvl5pPr>
            <a:lvl6pPr marL="1419149" indent="0">
              <a:buNone/>
              <a:defRPr sz="993" b="1"/>
            </a:lvl6pPr>
            <a:lvl7pPr marL="1702979" indent="0">
              <a:buNone/>
              <a:defRPr sz="993" b="1"/>
            </a:lvl7pPr>
            <a:lvl8pPr marL="1986808" indent="0">
              <a:buNone/>
              <a:defRPr sz="993" b="1"/>
            </a:lvl8pPr>
            <a:lvl9pPr marL="2270638" indent="0">
              <a:buNone/>
              <a:defRPr sz="993" b="1"/>
            </a:lvl9pPr>
          </a:lstStyle>
          <a:p>
            <a:pPr lvl="0"/>
            <a:r>
              <a:rPr lang="en-US"/>
              <a:t>Click to edit Master text styles</a:t>
            </a:r>
          </a:p>
        </p:txBody>
      </p:sp>
      <p:sp>
        <p:nvSpPr>
          <p:cNvPr id="6" name="Content Placeholder 5">
            <a:extLst>
              <a:ext uri="{FF2B5EF4-FFF2-40B4-BE49-F238E27FC236}">
                <a16:creationId xmlns:a16="http://schemas.microsoft.com/office/drawing/2014/main" id="{D2D7D87B-EBDA-41B9-8CDB-03B59E7B71DF}"/>
              </a:ext>
            </a:extLst>
          </p:cNvPr>
          <p:cNvSpPr>
            <a:spLocks noGrp="1"/>
          </p:cNvSpPr>
          <p:nvPr>
            <p:ph sz="quarter" idx="4"/>
          </p:nvPr>
        </p:nvSpPr>
        <p:spPr>
          <a:xfrm>
            <a:off x="3831907" y="3910701"/>
            <a:ext cx="3217896" cy="5752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E903FDAA-AB47-40EA-A616-CADC5AE3C897}"/>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8" name="Footer Placeholder 7">
            <a:extLst>
              <a:ext uri="{FF2B5EF4-FFF2-40B4-BE49-F238E27FC236}">
                <a16:creationId xmlns:a16="http://schemas.microsoft.com/office/drawing/2014/main" id="{35A83A81-93A1-4347-A5C4-D142FEC7A576}"/>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44D44957-4697-4371-A551-F52CE2BCCA71}"/>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1813958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BD1D-A042-49A9-B0B6-063862041EDE}"/>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A7F54C1E-223D-469C-B535-DE3E6917AE01}"/>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4" name="Footer Placeholder 3">
            <a:extLst>
              <a:ext uri="{FF2B5EF4-FFF2-40B4-BE49-F238E27FC236}">
                <a16:creationId xmlns:a16="http://schemas.microsoft.com/office/drawing/2014/main" id="{F96374F8-45EC-4AF3-8979-0694122F0778}"/>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060452D2-7F24-497A-9F37-9EC231BCDE2E}"/>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5894133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98D851-44EC-42B7-98FC-F2DCA20CE68D}"/>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3" name="Footer Placeholder 2">
            <a:extLst>
              <a:ext uri="{FF2B5EF4-FFF2-40B4-BE49-F238E27FC236}">
                <a16:creationId xmlns:a16="http://schemas.microsoft.com/office/drawing/2014/main" id="{F5CEE709-9238-4120-B1A5-DE0FEA23E179}"/>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B19FF9A8-5158-488F-A16A-7C3450BAE060}"/>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19307703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56B1F-8C83-4F71-8F48-4DAF0182B3BA}"/>
              </a:ext>
            </a:extLst>
          </p:cNvPr>
          <p:cNvSpPr>
            <a:spLocks noGrp="1"/>
          </p:cNvSpPr>
          <p:nvPr>
            <p:ph type="title"/>
          </p:nvPr>
        </p:nvSpPr>
        <p:spPr>
          <a:xfrm>
            <a:off x="521369" y="713740"/>
            <a:ext cx="2441264" cy="2498090"/>
          </a:xfrm>
        </p:spPr>
        <p:txBody>
          <a:bodyPr anchor="b"/>
          <a:lstStyle>
            <a:lvl1pPr>
              <a:defRPr sz="1987"/>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EB5FD445-D5A1-4293-A988-2FC86C8A24D7}"/>
              </a:ext>
            </a:extLst>
          </p:cNvPr>
          <p:cNvSpPr>
            <a:spLocks noGrp="1"/>
          </p:cNvSpPr>
          <p:nvPr>
            <p:ph idx="1"/>
          </p:nvPr>
        </p:nvSpPr>
        <p:spPr>
          <a:xfrm>
            <a:off x="3217896" y="1541481"/>
            <a:ext cx="3831908" cy="7608270"/>
          </a:xfrm>
        </p:spPr>
        <p:txBody>
          <a:bodyPr/>
          <a:lstStyle>
            <a:lvl1pPr>
              <a:defRPr sz="1987"/>
            </a:lvl1pPr>
            <a:lvl2pPr>
              <a:defRPr sz="1738"/>
            </a:lvl2pPr>
            <a:lvl3pPr>
              <a:defRPr sz="1490"/>
            </a:lvl3pPr>
            <a:lvl4pPr>
              <a:defRPr sz="1242"/>
            </a:lvl4pPr>
            <a:lvl5pPr>
              <a:defRPr sz="1242"/>
            </a:lvl5pPr>
            <a:lvl6pPr>
              <a:defRPr sz="1242"/>
            </a:lvl6pPr>
            <a:lvl7pPr>
              <a:defRPr sz="1242"/>
            </a:lvl7pPr>
            <a:lvl8pPr>
              <a:defRPr sz="1242"/>
            </a:lvl8pPr>
            <a:lvl9pPr>
              <a:defRPr sz="124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307A2736-BB72-4664-B925-E04D2E649299}"/>
              </a:ext>
            </a:extLst>
          </p:cNvPr>
          <p:cNvSpPr>
            <a:spLocks noGrp="1"/>
          </p:cNvSpPr>
          <p:nvPr>
            <p:ph type="body" sz="half" idx="2"/>
          </p:nvPr>
        </p:nvSpPr>
        <p:spPr>
          <a:xfrm>
            <a:off x="521369" y="3211830"/>
            <a:ext cx="2441264" cy="5950312"/>
          </a:xfrm>
        </p:spPr>
        <p:txBody>
          <a:bodyPr/>
          <a:lstStyle>
            <a:lvl1pPr marL="0" indent="0">
              <a:buNone/>
              <a:defRPr sz="993"/>
            </a:lvl1pPr>
            <a:lvl2pPr marL="283830" indent="0">
              <a:buNone/>
              <a:defRPr sz="869"/>
            </a:lvl2pPr>
            <a:lvl3pPr marL="567660" indent="0">
              <a:buNone/>
              <a:defRPr sz="745"/>
            </a:lvl3pPr>
            <a:lvl4pPr marL="851489" indent="0">
              <a:buNone/>
              <a:defRPr sz="621"/>
            </a:lvl4pPr>
            <a:lvl5pPr marL="1135319" indent="0">
              <a:buNone/>
              <a:defRPr sz="621"/>
            </a:lvl5pPr>
            <a:lvl6pPr marL="1419149" indent="0">
              <a:buNone/>
              <a:defRPr sz="621"/>
            </a:lvl6pPr>
            <a:lvl7pPr marL="1702979" indent="0">
              <a:buNone/>
              <a:defRPr sz="621"/>
            </a:lvl7pPr>
            <a:lvl8pPr marL="1986808" indent="0">
              <a:buNone/>
              <a:defRPr sz="621"/>
            </a:lvl8pPr>
            <a:lvl9pPr marL="2270638" indent="0">
              <a:buNone/>
              <a:defRPr sz="621"/>
            </a:lvl9pPr>
          </a:lstStyle>
          <a:p>
            <a:pPr lvl="0"/>
            <a:r>
              <a:rPr lang="en-US"/>
              <a:t>Click to edit Master text styles</a:t>
            </a:r>
          </a:p>
        </p:txBody>
      </p:sp>
      <p:sp>
        <p:nvSpPr>
          <p:cNvPr id="5" name="Date Placeholder 4">
            <a:extLst>
              <a:ext uri="{FF2B5EF4-FFF2-40B4-BE49-F238E27FC236}">
                <a16:creationId xmlns:a16="http://schemas.microsoft.com/office/drawing/2014/main" id="{8156F687-81A3-4CDE-8EA4-1AA03C6C0014}"/>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6" name="Footer Placeholder 5">
            <a:extLst>
              <a:ext uri="{FF2B5EF4-FFF2-40B4-BE49-F238E27FC236}">
                <a16:creationId xmlns:a16="http://schemas.microsoft.com/office/drawing/2014/main" id="{95AAA298-5293-4154-8222-7B300003B717}"/>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0DB2E3EC-918F-434F-9435-8C64E41419B4}"/>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285067627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33D26-6B7E-4A43-88F6-F51AE6E91E40}"/>
              </a:ext>
            </a:extLst>
          </p:cNvPr>
          <p:cNvSpPr>
            <a:spLocks noGrp="1"/>
          </p:cNvSpPr>
          <p:nvPr>
            <p:ph type="title"/>
          </p:nvPr>
        </p:nvSpPr>
        <p:spPr>
          <a:xfrm>
            <a:off x="521369" y="713740"/>
            <a:ext cx="2441264" cy="2498090"/>
          </a:xfrm>
        </p:spPr>
        <p:txBody>
          <a:bodyPr anchor="b"/>
          <a:lstStyle>
            <a:lvl1pPr>
              <a:defRPr sz="1987"/>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6EA32AED-C7B4-4336-ABC7-BE54BDD2B6A7}"/>
              </a:ext>
            </a:extLst>
          </p:cNvPr>
          <p:cNvSpPr>
            <a:spLocks noGrp="1"/>
          </p:cNvSpPr>
          <p:nvPr>
            <p:ph type="pic" idx="1"/>
          </p:nvPr>
        </p:nvSpPr>
        <p:spPr>
          <a:xfrm>
            <a:off x="3217896" y="1541481"/>
            <a:ext cx="3831908" cy="7608270"/>
          </a:xfrm>
        </p:spPr>
        <p:txBody>
          <a:bodyPr/>
          <a:lstStyle>
            <a:lvl1pPr marL="0" indent="0">
              <a:buNone/>
              <a:defRPr sz="1987"/>
            </a:lvl1pPr>
            <a:lvl2pPr marL="283830" indent="0">
              <a:buNone/>
              <a:defRPr sz="1738"/>
            </a:lvl2pPr>
            <a:lvl3pPr marL="567660" indent="0">
              <a:buNone/>
              <a:defRPr sz="1490"/>
            </a:lvl3pPr>
            <a:lvl4pPr marL="851489" indent="0">
              <a:buNone/>
              <a:defRPr sz="1242"/>
            </a:lvl4pPr>
            <a:lvl5pPr marL="1135319" indent="0">
              <a:buNone/>
              <a:defRPr sz="1242"/>
            </a:lvl5pPr>
            <a:lvl6pPr marL="1419149" indent="0">
              <a:buNone/>
              <a:defRPr sz="1242"/>
            </a:lvl6pPr>
            <a:lvl7pPr marL="1702979" indent="0">
              <a:buNone/>
              <a:defRPr sz="1242"/>
            </a:lvl7pPr>
            <a:lvl8pPr marL="1986808" indent="0">
              <a:buNone/>
              <a:defRPr sz="1242"/>
            </a:lvl8pPr>
            <a:lvl9pPr marL="2270638" indent="0">
              <a:buNone/>
              <a:defRPr sz="1242"/>
            </a:lvl9pPr>
          </a:lstStyle>
          <a:p>
            <a:endParaRPr lang="en-ID"/>
          </a:p>
        </p:txBody>
      </p:sp>
      <p:sp>
        <p:nvSpPr>
          <p:cNvPr id="4" name="Text Placeholder 3">
            <a:extLst>
              <a:ext uri="{FF2B5EF4-FFF2-40B4-BE49-F238E27FC236}">
                <a16:creationId xmlns:a16="http://schemas.microsoft.com/office/drawing/2014/main" id="{A59BF742-74E9-4995-9319-AF17FEB46B2E}"/>
              </a:ext>
            </a:extLst>
          </p:cNvPr>
          <p:cNvSpPr>
            <a:spLocks noGrp="1"/>
          </p:cNvSpPr>
          <p:nvPr>
            <p:ph type="body" sz="half" idx="2"/>
          </p:nvPr>
        </p:nvSpPr>
        <p:spPr>
          <a:xfrm>
            <a:off x="521369" y="3211830"/>
            <a:ext cx="2441264" cy="5950312"/>
          </a:xfrm>
        </p:spPr>
        <p:txBody>
          <a:bodyPr/>
          <a:lstStyle>
            <a:lvl1pPr marL="0" indent="0">
              <a:buNone/>
              <a:defRPr sz="993"/>
            </a:lvl1pPr>
            <a:lvl2pPr marL="283830" indent="0">
              <a:buNone/>
              <a:defRPr sz="869"/>
            </a:lvl2pPr>
            <a:lvl3pPr marL="567660" indent="0">
              <a:buNone/>
              <a:defRPr sz="745"/>
            </a:lvl3pPr>
            <a:lvl4pPr marL="851489" indent="0">
              <a:buNone/>
              <a:defRPr sz="621"/>
            </a:lvl4pPr>
            <a:lvl5pPr marL="1135319" indent="0">
              <a:buNone/>
              <a:defRPr sz="621"/>
            </a:lvl5pPr>
            <a:lvl6pPr marL="1419149" indent="0">
              <a:buNone/>
              <a:defRPr sz="621"/>
            </a:lvl6pPr>
            <a:lvl7pPr marL="1702979" indent="0">
              <a:buNone/>
              <a:defRPr sz="621"/>
            </a:lvl7pPr>
            <a:lvl8pPr marL="1986808" indent="0">
              <a:buNone/>
              <a:defRPr sz="621"/>
            </a:lvl8pPr>
            <a:lvl9pPr marL="2270638" indent="0">
              <a:buNone/>
              <a:defRPr sz="621"/>
            </a:lvl9pPr>
          </a:lstStyle>
          <a:p>
            <a:pPr lvl="0"/>
            <a:r>
              <a:rPr lang="en-US"/>
              <a:t>Click to edit Master text styles</a:t>
            </a:r>
          </a:p>
        </p:txBody>
      </p:sp>
      <p:sp>
        <p:nvSpPr>
          <p:cNvPr id="5" name="Date Placeholder 4">
            <a:extLst>
              <a:ext uri="{FF2B5EF4-FFF2-40B4-BE49-F238E27FC236}">
                <a16:creationId xmlns:a16="http://schemas.microsoft.com/office/drawing/2014/main" id="{E4506C4D-4C8A-40A1-B299-B67DAFDBBD56}"/>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6" name="Footer Placeholder 5">
            <a:extLst>
              <a:ext uri="{FF2B5EF4-FFF2-40B4-BE49-F238E27FC236}">
                <a16:creationId xmlns:a16="http://schemas.microsoft.com/office/drawing/2014/main" id="{48446662-2CF2-4D21-B2D9-4A9321A095AD}"/>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ABE31181-D3C8-4815-9590-EEADF55E5FC8}"/>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4074345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D5FFE-C0B2-4702-9BB1-146878D71072}"/>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CA9DF098-D22E-4811-845A-B173B42616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F8CB4CA-74D2-46D2-8F15-E8EDEF5DB065}"/>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5" name="Footer Placeholder 4">
            <a:extLst>
              <a:ext uri="{FF2B5EF4-FFF2-40B4-BE49-F238E27FC236}">
                <a16:creationId xmlns:a16="http://schemas.microsoft.com/office/drawing/2014/main" id="{592D25AB-4C62-4FE9-911A-6F585F95E1B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FD2B7CA3-A90A-4771-91A8-B67B34E73B69}"/>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36886731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955179-EE13-4600-8A7F-AEB1DEE968DF}"/>
              </a:ext>
            </a:extLst>
          </p:cNvPr>
          <p:cNvSpPr>
            <a:spLocks noGrp="1"/>
          </p:cNvSpPr>
          <p:nvPr>
            <p:ph type="title" orient="vert"/>
          </p:nvPr>
        </p:nvSpPr>
        <p:spPr>
          <a:xfrm>
            <a:off x="5416709" y="570001"/>
            <a:ext cx="1632109" cy="9072925"/>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2289197B-BA43-49D8-A13A-9E26C7A0E2E2}"/>
              </a:ext>
            </a:extLst>
          </p:cNvPr>
          <p:cNvSpPr>
            <a:spLocks noGrp="1"/>
          </p:cNvSpPr>
          <p:nvPr>
            <p:ph type="body" orient="vert" idx="1"/>
          </p:nvPr>
        </p:nvSpPr>
        <p:spPr>
          <a:xfrm>
            <a:off x="520383" y="570001"/>
            <a:ext cx="4801711" cy="90729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F2D8B7F-AFB1-44B9-AEE0-BC8C4F1F7017}"/>
              </a:ext>
            </a:extLst>
          </p:cNvPr>
          <p:cNvSpPr>
            <a:spLocks noGrp="1"/>
          </p:cNvSpPr>
          <p:nvPr>
            <p:ph type="dt" sz="half" idx="10"/>
          </p:nvPr>
        </p:nvSpPr>
        <p:spPr/>
        <p:txBody>
          <a:bodyPr/>
          <a:lstStyle/>
          <a:p>
            <a:fld id="{F2A07B00-66E4-4D8F-B419-2086F759A87F}" type="datetimeFigureOut">
              <a:rPr lang="en-ID" smtClean="0"/>
              <a:t>08/02/2023</a:t>
            </a:fld>
            <a:endParaRPr lang="en-ID"/>
          </a:p>
        </p:txBody>
      </p:sp>
      <p:sp>
        <p:nvSpPr>
          <p:cNvPr id="5" name="Footer Placeholder 4">
            <a:extLst>
              <a:ext uri="{FF2B5EF4-FFF2-40B4-BE49-F238E27FC236}">
                <a16:creationId xmlns:a16="http://schemas.microsoft.com/office/drawing/2014/main" id="{F5CCBD4F-6877-44F0-9158-54FB8FA45C4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D620030-11C4-48F7-9603-4E8A9B88BE82}"/>
              </a:ext>
            </a:extLst>
          </p:cNvPr>
          <p:cNvSpPr>
            <a:spLocks noGrp="1"/>
          </p:cNvSpPr>
          <p:nvPr>
            <p:ph type="sldNum" sz="quarter" idx="12"/>
          </p:nvPr>
        </p:nvSpPr>
        <p:spPr/>
        <p:txBody>
          <a:bodyPr/>
          <a:lstStyle/>
          <a:p>
            <a:fld id="{021A6CF0-7D67-4D05-89AC-DFEABDA38426}" type="slidenum">
              <a:rPr lang="en-ID" smtClean="0"/>
              <a:t>‹#›</a:t>
            </a:fld>
            <a:endParaRPr lang="en-ID"/>
          </a:p>
        </p:txBody>
      </p:sp>
    </p:spTree>
    <p:extLst>
      <p:ext uri="{BB962C8B-B14F-4D97-AF65-F5344CB8AC3E}">
        <p14:creationId xmlns:p14="http://schemas.microsoft.com/office/powerpoint/2010/main" val="20448929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48E33C-ED90-4AEA-9372-4D474BAC2925}"/>
              </a:ext>
            </a:extLst>
          </p:cNvPr>
          <p:cNvSpPr>
            <a:spLocks noGrp="1"/>
          </p:cNvSpPr>
          <p:nvPr>
            <p:ph type="title"/>
          </p:nvPr>
        </p:nvSpPr>
        <p:spPr>
          <a:xfrm>
            <a:off x="520383" y="570002"/>
            <a:ext cx="6528435" cy="2069351"/>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9F4153EC-1710-4795-B766-1A6A9A2FAEDA}"/>
              </a:ext>
            </a:extLst>
          </p:cNvPr>
          <p:cNvSpPr>
            <a:spLocks noGrp="1"/>
          </p:cNvSpPr>
          <p:nvPr>
            <p:ph type="body" idx="1"/>
          </p:nvPr>
        </p:nvSpPr>
        <p:spPr>
          <a:xfrm>
            <a:off x="520383" y="2850004"/>
            <a:ext cx="6528435" cy="67929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70BCE9F-4976-4ED8-BEA1-D2A89E7C53BE}"/>
              </a:ext>
            </a:extLst>
          </p:cNvPr>
          <p:cNvSpPr>
            <a:spLocks noGrp="1"/>
          </p:cNvSpPr>
          <p:nvPr>
            <p:ph type="dt" sz="half" idx="2"/>
          </p:nvPr>
        </p:nvSpPr>
        <p:spPr>
          <a:xfrm>
            <a:off x="520383" y="9922969"/>
            <a:ext cx="1703070" cy="570001"/>
          </a:xfrm>
          <a:prstGeom prst="rect">
            <a:avLst/>
          </a:prstGeom>
        </p:spPr>
        <p:txBody>
          <a:bodyPr vert="horz" lIns="91440" tIns="45720" rIns="91440" bIns="45720" rtlCol="0" anchor="ctr"/>
          <a:lstStyle>
            <a:lvl1pPr algn="l">
              <a:defRPr sz="745">
                <a:solidFill>
                  <a:schemeClr val="tx1">
                    <a:tint val="75000"/>
                  </a:schemeClr>
                </a:solidFill>
              </a:defRPr>
            </a:lvl1pPr>
          </a:lstStyle>
          <a:p>
            <a:fld id="{F2A07B00-66E4-4D8F-B419-2086F759A87F}" type="datetimeFigureOut">
              <a:rPr lang="en-ID" smtClean="0"/>
              <a:t>08/02/2023</a:t>
            </a:fld>
            <a:endParaRPr lang="en-ID"/>
          </a:p>
        </p:txBody>
      </p:sp>
      <p:sp>
        <p:nvSpPr>
          <p:cNvPr id="5" name="Footer Placeholder 4">
            <a:extLst>
              <a:ext uri="{FF2B5EF4-FFF2-40B4-BE49-F238E27FC236}">
                <a16:creationId xmlns:a16="http://schemas.microsoft.com/office/drawing/2014/main" id="{4A66E715-8271-4D79-A925-C556BF365BB4}"/>
              </a:ext>
            </a:extLst>
          </p:cNvPr>
          <p:cNvSpPr>
            <a:spLocks noGrp="1"/>
          </p:cNvSpPr>
          <p:nvPr>
            <p:ph type="ftr" sz="quarter" idx="3"/>
          </p:nvPr>
        </p:nvSpPr>
        <p:spPr>
          <a:xfrm>
            <a:off x="2507298" y="9922969"/>
            <a:ext cx="2554605" cy="570001"/>
          </a:xfrm>
          <a:prstGeom prst="rect">
            <a:avLst/>
          </a:prstGeom>
        </p:spPr>
        <p:txBody>
          <a:bodyPr vert="horz" lIns="91440" tIns="45720" rIns="91440" bIns="45720" rtlCol="0" anchor="ctr"/>
          <a:lstStyle>
            <a:lvl1pPr algn="ctr">
              <a:defRPr sz="745">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EB5B8FEB-A70E-4D09-A8FF-C780E1A0A2A1}"/>
              </a:ext>
            </a:extLst>
          </p:cNvPr>
          <p:cNvSpPr>
            <a:spLocks noGrp="1"/>
          </p:cNvSpPr>
          <p:nvPr>
            <p:ph type="sldNum" sz="quarter" idx="4"/>
          </p:nvPr>
        </p:nvSpPr>
        <p:spPr>
          <a:xfrm>
            <a:off x="5345748" y="9922969"/>
            <a:ext cx="1703070" cy="570001"/>
          </a:xfrm>
          <a:prstGeom prst="rect">
            <a:avLst/>
          </a:prstGeom>
        </p:spPr>
        <p:txBody>
          <a:bodyPr vert="horz" lIns="91440" tIns="45720" rIns="91440" bIns="45720" rtlCol="0" anchor="ctr"/>
          <a:lstStyle>
            <a:lvl1pPr algn="r">
              <a:defRPr sz="745">
                <a:solidFill>
                  <a:schemeClr val="tx1">
                    <a:tint val="75000"/>
                  </a:schemeClr>
                </a:solidFill>
              </a:defRPr>
            </a:lvl1pPr>
          </a:lstStyle>
          <a:p>
            <a:fld id="{021A6CF0-7D67-4D05-89AC-DFEABDA38426}" type="slidenum">
              <a:rPr lang="en-ID" smtClean="0"/>
              <a:t>‹#›</a:t>
            </a:fld>
            <a:endParaRPr lang="en-ID"/>
          </a:p>
        </p:txBody>
      </p:sp>
    </p:spTree>
    <p:extLst>
      <p:ext uri="{BB962C8B-B14F-4D97-AF65-F5344CB8AC3E}">
        <p14:creationId xmlns:p14="http://schemas.microsoft.com/office/powerpoint/2010/main" val="260108183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567660" rtl="0" eaLnBrk="1" latinLnBrk="0" hangingPunct="1">
        <a:lnSpc>
          <a:spcPct val="90000"/>
        </a:lnSpc>
        <a:spcBef>
          <a:spcPct val="0"/>
        </a:spcBef>
        <a:buNone/>
        <a:defRPr sz="2732" kern="1200">
          <a:solidFill>
            <a:schemeClr val="tx1"/>
          </a:solidFill>
          <a:latin typeface="+mj-lt"/>
          <a:ea typeface="+mj-ea"/>
          <a:cs typeface="+mj-cs"/>
        </a:defRPr>
      </a:lvl1pPr>
    </p:titleStyle>
    <p:bodyStyle>
      <a:lvl1pPr marL="141915" indent="-141915" algn="l" defTabSz="567660" rtl="0" eaLnBrk="1" latinLnBrk="0" hangingPunct="1">
        <a:lnSpc>
          <a:spcPct val="90000"/>
        </a:lnSpc>
        <a:spcBef>
          <a:spcPts val="621"/>
        </a:spcBef>
        <a:buFont typeface="Arial" panose="020B0604020202020204" pitchFamily="34" charset="0"/>
        <a:buChar char="•"/>
        <a:defRPr sz="1738" kern="1200">
          <a:solidFill>
            <a:schemeClr val="tx1"/>
          </a:solidFill>
          <a:latin typeface="+mn-lt"/>
          <a:ea typeface="+mn-ea"/>
          <a:cs typeface="+mn-cs"/>
        </a:defRPr>
      </a:lvl1pPr>
      <a:lvl2pPr marL="425745" indent="-141915" algn="l" defTabSz="567660" rtl="0" eaLnBrk="1" latinLnBrk="0" hangingPunct="1">
        <a:lnSpc>
          <a:spcPct val="90000"/>
        </a:lnSpc>
        <a:spcBef>
          <a:spcPts val="310"/>
        </a:spcBef>
        <a:buFont typeface="Arial" panose="020B0604020202020204" pitchFamily="34" charset="0"/>
        <a:buChar char="•"/>
        <a:defRPr sz="1490" kern="1200">
          <a:solidFill>
            <a:schemeClr val="tx1"/>
          </a:solidFill>
          <a:latin typeface="+mn-lt"/>
          <a:ea typeface="+mn-ea"/>
          <a:cs typeface="+mn-cs"/>
        </a:defRPr>
      </a:lvl2pPr>
      <a:lvl3pPr marL="709574" indent="-141915" algn="l" defTabSz="567660" rtl="0" eaLnBrk="1" latinLnBrk="0" hangingPunct="1">
        <a:lnSpc>
          <a:spcPct val="90000"/>
        </a:lnSpc>
        <a:spcBef>
          <a:spcPts val="310"/>
        </a:spcBef>
        <a:buFont typeface="Arial" panose="020B0604020202020204" pitchFamily="34" charset="0"/>
        <a:buChar char="•"/>
        <a:defRPr sz="1242" kern="1200">
          <a:solidFill>
            <a:schemeClr val="tx1"/>
          </a:solidFill>
          <a:latin typeface="+mn-lt"/>
          <a:ea typeface="+mn-ea"/>
          <a:cs typeface="+mn-cs"/>
        </a:defRPr>
      </a:lvl3pPr>
      <a:lvl4pPr marL="99340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4pPr>
      <a:lvl5pPr marL="127723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5pPr>
      <a:lvl6pPr marL="156106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6pPr>
      <a:lvl7pPr marL="184489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7pPr>
      <a:lvl8pPr marL="212872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8pPr>
      <a:lvl9pPr marL="241255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9pPr>
    </p:bodyStyle>
    <p:otherStyle>
      <a:defPPr>
        <a:defRPr lang="en-US"/>
      </a:defPPr>
      <a:lvl1pPr marL="0" algn="l" defTabSz="567660" rtl="0" eaLnBrk="1" latinLnBrk="0" hangingPunct="1">
        <a:defRPr sz="1117" kern="1200">
          <a:solidFill>
            <a:schemeClr val="tx1"/>
          </a:solidFill>
          <a:latin typeface="+mn-lt"/>
          <a:ea typeface="+mn-ea"/>
          <a:cs typeface="+mn-cs"/>
        </a:defRPr>
      </a:lvl1pPr>
      <a:lvl2pPr marL="283830" algn="l" defTabSz="567660" rtl="0" eaLnBrk="1" latinLnBrk="0" hangingPunct="1">
        <a:defRPr sz="1117" kern="1200">
          <a:solidFill>
            <a:schemeClr val="tx1"/>
          </a:solidFill>
          <a:latin typeface="+mn-lt"/>
          <a:ea typeface="+mn-ea"/>
          <a:cs typeface="+mn-cs"/>
        </a:defRPr>
      </a:lvl2pPr>
      <a:lvl3pPr marL="567660" algn="l" defTabSz="567660" rtl="0" eaLnBrk="1" latinLnBrk="0" hangingPunct="1">
        <a:defRPr sz="1117" kern="1200">
          <a:solidFill>
            <a:schemeClr val="tx1"/>
          </a:solidFill>
          <a:latin typeface="+mn-lt"/>
          <a:ea typeface="+mn-ea"/>
          <a:cs typeface="+mn-cs"/>
        </a:defRPr>
      </a:lvl3pPr>
      <a:lvl4pPr marL="851489" algn="l" defTabSz="567660" rtl="0" eaLnBrk="1" latinLnBrk="0" hangingPunct="1">
        <a:defRPr sz="1117" kern="1200">
          <a:solidFill>
            <a:schemeClr val="tx1"/>
          </a:solidFill>
          <a:latin typeface="+mn-lt"/>
          <a:ea typeface="+mn-ea"/>
          <a:cs typeface="+mn-cs"/>
        </a:defRPr>
      </a:lvl4pPr>
      <a:lvl5pPr marL="1135319" algn="l" defTabSz="567660" rtl="0" eaLnBrk="1" latinLnBrk="0" hangingPunct="1">
        <a:defRPr sz="1117" kern="1200">
          <a:solidFill>
            <a:schemeClr val="tx1"/>
          </a:solidFill>
          <a:latin typeface="+mn-lt"/>
          <a:ea typeface="+mn-ea"/>
          <a:cs typeface="+mn-cs"/>
        </a:defRPr>
      </a:lvl5pPr>
      <a:lvl6pPr marL="1419149" algn="l" defTabSz="567660" rtl="0" eaLnBrk="1" latinLnBrk="0" hangingPunct="1">
        <a:defRPr sz="1117" kern="1200">
          <a:solidFill>
            <a:schemeClr val="tx1"/>
          </a:solidFill>
          <a:latin typeface="+mn-lt"/>
          <a:ea typeface="+mn-ea"/>
          <a:cs typeface="+mn-cs"/>
        </a:defRPr>
      </a:lvl6pPr>
      <a:lvl7pPr marL="1702979" algn="l" defTabSz="567660" rtl="0" eaLnBrk="1" latinLnBrk="0" hangingPunct="1">
        <a:defRPr sz="1117" kern="1200">
          <a:solidFill>
            <a:schemeClr val="tx1"/>
          </a:solidFill>
          <a:latin typeface="+mn-lt"/>
          <a:ea typeface="+mn-ea"/>
          <a:cs typeface="+mn-cs"/>
        </a:defRPr>
      </a:lvl7pPr>
      <a:lvl8pPr marL="1986808" algn="l" defTabSz="567660" rtl="0" eaLnBrk="1" latinLnBrk="0" hangingPunct="1">
        <a:defRPr sz="1117" kern="1200">
          <a:solidFill>
            <a:schemeClr val="tx1"/>
          </a:solidFill>
          <a:latin typeface="+mn-lt"/>
          <a:ea typeface="+mn-ea"/>
          <a:cs typeface="+mn-cs"/>
        </a:defRPr>
      </a:lvl8pPr>
      <a:lvl9pPr marL="2270638" algn="l" defTabSz="567660" rtl="0" eaLnBrk="1" latinLnBrk="0" hangingPunct="1">
        <a:defRPr sz="11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 Id="rId5" Type="http://schemas.openxmlformats.org/officeDocument/2006/relationships/image" Target="../media/image14.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7.xml"/><Relationship Id="rId5" Type="http://schemas.openxmlformats.org/officeDocument/2006/relationships/image" Target="../media/image18.jpg"/><Relationship Id="rId4" Type="http://schemas.openxmlformats.org/officeDocument/2006/relationships/image" Target="../media/image17.jpg"/></Relationships>
</file>

<file path=ppt/slides/_rels/slide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 Id="rId5" Type="http://schemas.openxmlformats.org/officeDocument/2006/relationships/image" Target="../media/image27.jpg"/><Relationship Id="rId4" Type="http://schemas.openxmlformats.org/officeDocument/2006/relationships/image" Target="../media/image26.jpg"/></Relationships>
</file>

<file path=ppt/slides/_rels/slide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 Id="rId5" Type="http://schemas.openxmlformats.org/officeDocument/2006/relationships/image" Target="../media/image31.jpg"/><Relationship Id="rId4" Type="http://schemas.openxmlformats.org/officeDocument/2006/relationships/image" Target="../media/image3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jpeg"/><Relationship Id="rId4" Type="http://schemas.openxmlformats.org/officeDocument/2006/relationships/image" Target="../media/image34.jpeg"/></Relationships>
</file>

<file path=ppt/slides/_rels/slide1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8.jpeg"/><Relationship Id="rId4" Type="http://schemas.openxmlformats.org/officeDocument/2006/relationships/image" Target="../media/image37.jpeg"/></Relationships>
</file>

<file path=ppt/slides/_rels/slide1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41.jpeg"/><Relationship Id="rId4" Type="http://schemas.openxmlformats.org/officeDocument/2006/relationships/image" Target="../media/image40.jpeg"/></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44.jpeg"/><Relationship Id="rId4" Type="http://schemas.openxmlformats.org/officeDocument/2006/relationships/image" Target="../media/image43.jpeg"/></Relationships>
</file>

<file path=ppt/slides/_rels/slide1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47.jpeg"/><Relationship Id="rId4" Type="http://schemas.openxmlformats.org/officeDocument/2006/relationships/image" Target="../media/image46.jpeg"/></Relationships>
</file>

<file path=ppt/slides/_rels/slide1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49.jpeg"/></Relationships>
</file>

<file path=ppt/slides/_rels/slide2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51.jpeg"/></Relationships>
</file>

<file path=ppt/slides/_rels/slide2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54.jpeg"/><Relationship Id="rId4" Type="http://schemas.openxmlformats.org/officeDocument/2006/relationships/image" Target="../media/image53.jpeg"/></Relationships>
</file>

<file path=ppt/slides/_rels/slide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56.jpeg"/></Relationships>
</file>

<file path=ppt/slides/_rels/slide2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58.jpe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63.jpeg"/><Relationship Id="rId7" Type="http://schemas.openxmlformats.org/officeDocument/2006/relationships/image" Target="../media/image67.jp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4.jpg"/></Relationships>
</file>

<file path=ppt/slides/_rels/slide27.xml.rels><?xml version="1.0" encoding="UTF-8" standalone="yes"?>
<Relationships xmlns="http://schemas.openxmlformats.org/package/2006/relationships"><Relationship Id="rId8" Type="http://schemas.openxmlformats.org/officeDocument/2006/relationships/image" Target="../media/image72.jpeg"/><Relationship Id="rId3" Type="http://schemas.openxmlformats.org/officeDocument/2006/relationships/image" Target="../media/image32.png"/><Relationship Id="rId7" Type="http://schemas.openxmlformats.org/officeDocument/2006/relationships/image" Target="../media/image7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0.jpeg"/><Relationship Id="rId5" Type="http://schemas.openxmlformats.org/officeDocument/2006/relationships/image" Target="../media/image69.jpeg"/><Relationship Id="rId4" Type="http://schemas.openxmlformats.org/officeDocument/2006/relationships/image" Target="../media/image68.jpeg"/><Relationship Id="rId9" Type="http://schemas.openxmlformats.org/officeDocument/2006/relationships/image" Target="../media/image73.jpeg"/></Relationships>
</file>

<file path=ppt/slides/_rels/slide28.xml.rels><?xml version="1.0" encoding="UTF-8" standalone="yes"?>
<Relationships xmlns="http://schemas.openxmlformats.org/package/2006/relationships"><Relationship Id="rId8" Type="http://schemas.openxmlformats.org/officeDocument/2006/relationships/image" Target="../media/image76.jpeg"/><Relationship Id="rId3" Type="http://schemas.openxmlformats.org/officeDocument/2006/relationships/image" Target="../media/image53.jpeg"/><Relationship Id="rId7" Type="http://schemas.openxmlformats.org/officeDocument/2006/relationships/image" Target="../media/image75.jpe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74.jpeg"/><Relationship Id="rId11" Type="http://schemas.openxmlformats.org/officeDocument/2006/relationships/image" Target="../media/image58.jpeg"/><Relationship Id="rId5" Type="http://schemas.openxmlformats.org/officeDocument/2006/relationships/image" Target="../media/image54.jpeg"/><Relationship Id="rId10" Type="http://schemas.openxmlformats.org/officeDocument/2006/relationships/image" Target="../media/image56.jpeg"/><Relationship Id="rId4" Type="http://schemas.openxmlformats.org/officeDocument/2006/relationships/image" Target="../media/image52.jpeg"/><Relationship Id="rId9" Type="http://schemas.openxmlformats.org/officeDocument/2006/relationships/image" Target="../media/image55.jpeg"/></Relationships>
</file>

<file path=ppt/slides/_rels/slide29.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77.jpeg"/><Relationship Id="rId7" Type="http://schemas.openxmlformats.org/officeDocument/2006/relationships/image" Target="../media/image37.jpeg"/><Relationship Id="rId12" Type="http://schemas.openxmlformats.org/officeDocument/2006/relationships/image" Target="../media/image41.jpe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79.jpeg"/><Relationship Id="rId11" Type="http://schemas.openxmlformats.org/officeDocument/2006/relationships/image" Target="../media/image40.jpeg"/><Relationship Id="rId5" Type="http://schemas.openxmlformats.org/officeDocument/2006/relationships/image" Target="../media/image36.jpeg"/><Relationship Id="rId10" Type="http://schemas.openxmlformats.org/officeDocument/2006/relationships/image" Target="../media/image39.jpeg"/><Relationship Id="rId4" Type="http://schemas.openxmlformats.org/officeDocument/2006/relationships/image" Target="../media/image78.jpeg"/><Relationship Id="rId9" Type="http://schemas.openxmlformats.org/officeDocument/2006/relationships/image" Target="../media/image80.jpeg"/></Relationships>
</file>

<file path=ppt/slides/_rels/slide30.xml.rels><?xml version="1.0" encoding="UTF-8" standalone="yes"?>
<Relationships xmlns="http://schemas.openxmlformats.org/package/2006/relationships"><Relationship Id="rId8" Type="http://schemas.openxmlformats.org/officeDocument/2006/relationships/image" Target="../media/image85.jpeg"/><Relationship Id="rId3" Type="http://schemas.openxmlformats.org/officeDocument/2006/relationships/image" Target="../media/image81.jpeg"/><Relationship Id="rId7" Type="http://schemas.openxmlformats.org/officeDocument/2006/relationships/image" Target="../media/image84.jpe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83.jpeg"/><Relationship Id="rId11" Type="http://schemas.openxmlformats.org/officeDocument/2006/relationships/image" Target="../media/image50.jpeg"/><Relationship Id="rId5" Type="http://schemas.openxmlformats.org/officeDocument/2006/relationships/image" Target="../media/image82.jpeg"/><Relationship Id="rId10" Type="http://schemas.openxmlformats.org/officeDocument/2006/relationships/image" Target="../media/image87.jpeg"/><Relationship Id="rId4" Type="http://schemas.openxmlformats.org/officeDocument/2006/relationships/image" Target="../media/image48.jpeg"/><Relationship Id="rId9" Type="http://schemas.openxmlformats.org/officeDocument/2006/relationships/image" Target="../media/image86.jpeg"/></Relationships>
</file>

<file path=ppt/slides/_rels/slide31.xml.rels><?xml version="1.0" encoding="UTF-8" standalone="yes"?>
<Relationships xmlns="http://schemas.openxmlformats.org/package/2006/relationships"><Relationship Id="rId8" Type="http://schemas.openxmlformats.org/officeDocument/2006/relationships/image" Target="../media/image93.jpeg"/><Relationship Id="rId3" Type="http://schemas.openxmlformats.org/officeDocument/2006/relationships/image" Target="../media/image32.png"/><Relationship Id="rId7" Type="http://schemas.openxmlformats.org/officeDocument/2006/relationships/image" Target="../media/image92.jpeg"/><Relationship Id="rId2" Type="http://schemas.openxmlformats.org/officeDocument/2006/relationships/image" Target="../media/image88.jpeg"/><Relationship Id="rId1" Type="http://schemas.openxmlformats.org/officeDocument/2006/relationships/slideLayout" Target="../slideLayouts/slideLayout7.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jpeg"/><Relationship Id="rId9" Type="http://schemas.openxmlformats.org/officeDocument/2006/relationships/image" Target="../media/image94.jpeg"/></Relationships>
</file>

<file path=ppt/slides/_rels/slide32.xml.rels><?xml version="1.0" encoding="UTF-8" standalone="yes"?>
<Relationships xmlns="http://schemas.openxmlformats.org/package/2006/relationships"><Relationship Id="rId8" Type="http://schemas.openxmlformats.org/officeDocument/2006/relationships/image" Target="../media/image100.jpeg"/><Relationship Id="rId3" Type="http://schemas.openxmlformats.org/officeDocument/2006/relationships/image" Target="../media/image95.jpeg"/><Relationship Id="rId7" Type="http://schemas.openxmlformats.org/officeDocument/2006/relationships/image" Target="../media/image99.jpe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98.jpeg"/><Relationship Id="rId11" Type="http://schemas.openxmlformats.org/officeDocument/2006/relationships/comments" Target="../comments/comment1.xml"/><Relationship Id="rId5" Type="http://schemas.openxmlformats.org/officeDocument/2006/relationships/image" Target="../media/image97.jpeg"/><Relationship Id="rId10" Type="http://schemas.openxmlformats.org/officeDocument/2006/relationships/image" Target="../media/image102.jpeg"/><Relationship Id="rId4" Type="http://schemas.openxmlformats.org/officeDocument/2006/relationships/image" Target="../media/image96.jpeg"/><Relationship Id="rId9" Type="http://schemas.openxmlformats.org/officeDocument/2006/relationships/image" Target="../media/image101.jpeg"/></Relationships>
</file>

<file path=ppt/slides/_rels/slide33.xml.rels><?xml version="1.0" encoding="UTF-8" standalone="yes"?>
<Relationships xmlns="http://schemas.openxmlformats.org/package/2006/relationships"><Relationship Id="rId8" Type="http://schemas.openxmlformats.org/officeDocument/2006/relationships/image" Target="../media/image108.jpeg"/><Relationship Id="rId3" Type="http://schemas.openxmlformats.org/officeDocument/2006/relationships/image" Target="../media/image103.jpeg"/><Relationship Id="rId7" Type="http://schemas.openxmlformats.org/officeDocument/2006/relationships/image" Target="../media/image107.jpe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06.jpeg"/><Relationship Id="rId5" Type="http://schemas.openxmlformats.org/officeDocument/2006/relationships/image" Target="../media/image105.jpeg"/><Relationship Id="rId10" Type="http://schemas.openxmlformats.org/officeDocument/2006/relationships/image" Target="../media/image110.jpeg"/><Relationship Id="rId4" Type="http://schemas.openxmlformats.org/officeDocument/2006/relationships/image" Target="../media/image104.jpeg"/><Relationship Id="rId9" Type="http://schemas.openxmlformats.org/officeDocument/2006/relationships/image" Target="../media/image109.jpeg"/></Relationships>
</file>

<file path=ppt/slides/_rels/slide34.xml.rels><?xml version="1.0" encoding="UTF-8" standalone="yes"?>
<Relationships xmlns="http://schemas.openxmlformats.org/package/2006/relationships"><Relationship Id="rId8" Type="http://schemas.openxmlformats.org/officeDocument/2006/relationships/image" Target="../media/image116.jpeg"/><Relationship Id="rId3" Type="http://schemas.openxmlformats.org/officeDocument/2006/relationships/image" Target="../media/image111.jpeg"/><Relationship Id="rId7" Type="http://schemas.openxmlformats.org/officeDocument/2006/relationships/image" Target="../media/image115.jp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14.jpeg"/><Relationship Id="rId5" Type="http://schemas.openxmlformats.org/officeDocument/2006/relationships/image" Target="../media/image113.jpeg"/><Relationship Id="rId10" Type="http://schemas.openxmlformats.org/officeDocument/2006/relationships/image" Target="../media/image118.jpeg"/><Relationship Id="rId4" Type="http://schemas.openxmlformats.org/officeDocument/2006/relationships/image" Target="../media/image112.jpeg"/><Relationship Id="rId9" Type="http://schemas.openxmlformats.org/officeDocument/2006/relationships/image" Target="../media/image117.jpeg"/></Relationships>
</file>

<file path=ppt/slides/_rels/slide35.xml.rels><?xml version="1.0" encoding="UTF-8" standalone="yes"?>
<Relationships xmlns="http://schemas.openxmlformats.org/package/2006/relationships"><Relationship Id="rId8" Type="http://schemas.openxmlformats.org/officeDocument/2006/relationships/image" Target="../media/image124.jpeg"/><Relationship Id="rId3" Type="http://schemas.openxmlformats.org/officeDocument/2006/relationships/image" Target="../media/image119.jpeg"/><Relationship Id="rId7" Type="http://schemas.openxmlformats.org/officeDocument/2006/relationships/image" Target="../media/image123.jpeg"/><Relationship Id="rId12" Type="http://schemas.openxmlformats.org/officeDocument/2006/relationships/image" Target="../media/image128.jpe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22.jpeg"/><Relationship Id="rId11" Type="http://schemas.openxmlformats.org/officeDocument/2006/relationships/image" Target="../media/image127.jpeg"/><Relationship Id="rId5" Type="http://schemas.openxmlformats.org/officeDocument/2006/relationships/image" Target="../media/image121.jpeg"/><Relationship Id="rId10" Type="http://schemas.openxmlformats.org/officeDocument/2006/relationships/image" Target="../media/image126.jpeg"/><Relationship Id="rId4" Type="http://schemas.openxmlformats.org/officeDocument/2006/relationships/image" Target="../media/image120.jpeg"/><Relationship Id="rId9" Type="http://schemas.openxmlformats.org/officeDocument/2006/relationships/image" Target="../media/image125.jpeg"/></Relationships>
</file>

<file path=ppt/slides/_rels/slide3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jpg"/><Relationship Id="rId1" Type="http://schemas.openxmlformats.org/officeDocument/2006/relationships/slideLayout" Target="../slideLayouts/slideLayout7.xml"/><Relationship Id="rId5" Type="http://schemas.openxmlformats.org/officeDocument/2006/relationships/image" Target="../media/image132.png"/><Relationship Id="rId4" Type="http://schemas.openxmlformats.org/officeDocument/2006/relationships/image" Target="../media/image131.png"/></Relationships>
</file>

<file path=ppt/slides/_rels/slide3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1.png"/><Relationship Id="rId1" Type="http://schemas.openxmlformats.org/officeDocument/2006/relationships/slideLayout" Target="../slideLayouts/slideLayout7.xml"/><Relationship Id="rId4" Type="http://schemas.openxmlformats.org/officeDocument/2006/relationships/image" Target="../media/image1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C056C1-762F-4E67-9146-8D8832D279B6}"/>
              </a:ext>
            </a:extLst>
          </p:cNvPr>
          <p:cNvPicPr>
            <a:picLocks noChangeAspect="1"/>
          </p:cNvPicPr>
          <p:nvPr/>
        </p:nvPicPr>
        <p:blipFill>
          <a:blip r:embed="rId2"/>
          <a:stretch>
            <a:fillRect/>
          </a:stretch>
        </p:blipFill>
        <p:spPr>
          <a:xfrm>
            <a:off x="0" y="28575"/>
            <a:ext cx="7569200" cy="10648950"/>
          </a:xfrm>
          <a:prstGeom prst="rect">
            <a:avLst/>
          </a:prstGeom>
        </p:spPr>
      </p:pic>
    </p:spTree>
    <p:extLst>
      <p:ext uri="{BB962C8B-B14F-4D97-AF65-F5344CB8AC3E}">
        <p14:creationId xmlns:p14="http://schemas.microsoft.com/office/powerpoint/2010/main" val="3144887567"/>
      </p:ext>
    </p:extLst>
  </p:cSld>
  <p:clrMapOvr>
    <a:masterClrMapping/>
  </p:clrMapOvr>
  <mc:AlternateContent xmlns:mc="http://schemas.openxmlformats.org/markup-compatibility/2006" xmlns:p14="http://schemas.microsoft.com/office/powerpoint/2010/main">
    <mc:Choice Requires="p14">
      <p:transition spd="slow" p14:dur="1500" advTm="6339">
        <p14:window dir="vert"/>
      </p:transition>
    </mc:Choice>
    <mc:Fallback xmlns="">
      <p:transition spd="slow" advTm="633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3902415" y="-410236"/>
            <a:ext cx="3660671" cy="3660579"/>
          </a:xfrm>
          <a:custGeom>
            <a:avLst/>
            <a:gdLst/>
            <a:ahLst/>
            <a:cxnLst/>
            <a:rect l="l" t="t" r="r" b="b"/>
            <a:pathLst>
              <a:path w="3660671" h="3660579">
                <a:moveTo>
                  <a:pt x="1980350" y="3654501"/>
                </a:moveTo>
                <a:lnTo>
                  <a:pt x="2126944" y="3636582"/>
                </a:lnTo>
                <a:lnTo>
                  <a:pt x="2269765" y="3607298"/>
                </a:lnTo>
                <a:lnTo>
                  <a:pt x="2408339" y="3567123"/>
                </a:lnTo>
                <a:lnTo>
                  <a:pt x="2542191" y="3516532"/>
                </a:lnTo>
                <a:lnTo>
                  <a:pt x="2670847" y="3455999"/>
                </a:lnTo>
                <a:lnTo>
                  <a:pt x="2793833" y="3385999"/>
                </a:lnTo>
                <a:lnTo>
                  <a:pt x="2910673" y="3307006"/>
                </a:lnTo>
                <a:lnTo>
                  <a:pt x="3020894" y="3219496"/>
                </a:lnTo>
                <a:lnTo>
                  <a:pt x="3124020" y="3123943"/>
                </a:lnTo>
                <a:lnTo>
                  <a:pt x="3219576" y="3020821"/>
                </a:lnTo>
                <a:lnTo>
                  <a:pt x="3307089" y="2910605"/>
                </a:lnTo>
                <a:lnTo>
                  <a:pt x="3386084" y="2793771"/>
                </a:lnTo>
                <a:lnTo>
                  <a:pt x="3456086" y="2670791"/>
                </a:lnTo>
                <a:lnTo>
                  <a:pt x="3516621" y="2542142"/>
                </a:lnTo>
                <a:lnTo>
                  <a:pt x="3567213" y="2408297"/>
                </a:lnTo>
                <a:lnTo>
                  <a:pt x="3607389" y="2269732"/>
                </a:lnTo>
                <a:lnTo>
                  <a:pt x="3636674" y="2126921"/>
                </a:lnTo>
                <a:lnTo>
                  <a:pt x="3654592" y="1980338"/>
                </a:lnTo>
                <a:lnTo>
                  <a:pt x="3660434" y="1836293"/>
                </a:lnTo>
                <a:lnTo>
                  <a:pt x="3660434" y="1824624"/>
                </a:lnTo>
                <a:lnTo>
                  <a:pt x="3654592" y="1680551"/>
                </a:lnTo>
                <a:lnTo>
                  <a:pt x="3636673" y="1533941"/>
                </a:lnTo>
                <a:lnTo>
                  <a:pt x="3607388" y="1391103"/>
                </a:lnTo>
                <a:lnTo>
                  <a:pt x="3567212" y="1252511"/>
                </a:lnTo>
                <a:lnTo>
                  <a:pt x="3516619" y="1118642"/>
                </a:lnTo>
                <a:lnTo>
                  <a:pt x="3456084" y="989969"/>
                </a:lnTo>
                <a:lnTo>
                  <a:pt x="3386082" y="866966"/>
                </a:lnTo>
                <a:lnTo>
                  <a:pt x="3307087" y="750110"/>
                </a:lnTo>
                <a:lnTo>
                  <a:pt x="3219573" y="639874"/>
                </a:lnTo>
                <a:lnTo>
                  <a:pt x="3124016" y="536733"/>
                </a:lnTo>
                <a:lnTo>
                  <a:pt x="3020890" y="441163"/>
                </a:lnTo>
                <a:lnTo>
                  <a:pt x="2981945" y="410237"/>
                </a:lnTo>
                <a:lnTo>
                  <a:pt x="2666052" y="410237"/>
                </a:lnTo>
                <a:lnTo>
                  <a:pt x="2698451" y="428680"/>
                </a:lnTo>
                <a:lnTo>
                  <a:pt x="2803725" y="499864"/>
                </a:lnTo>
                <a:lnTo>
                  <a:pt x="2903034" y="578723"/>
                </a:lnTo>
                <a:lnTo>
                  <a:pt x="2995952" y="664830"/>
                </a:lnTo>
                <a:lnTo>
                  <a:pt x="3082050" y="757758"/>
                </a:lnTo>
                <a:lnTo>
                  <a:pt x="3160901" y="857079"/>
                </a:lnTo>
                <a:lnTo>
                  <a:pt x="3232077" y="962364"/>
                </a:lnTo>
                <a:lnTo>
                  <a:pt x="3295150" y="1073187"/>
                </a:lnTo>
                <a:lnTo>
                  <a:pt x="3349693" y="1189118"/>
                </a:lnTo>
                <a:lnTo>
                  <a:pt x="3395278" y="1309732"/>
                </a:lnTo>
                <a:lnTo>
                  <a:pt x="3431477" y="1434600"/>
                </a:lnTo>
                <a:lnTo>
                  <a:pt x="3457862" y="1563294"/>
                </a:lnTo>
                <a:lnTo>
                  <a:pt x="3474007" y="1695386"/>
                </a:lnTo>
                <a:lnTo>
                  <a:pt x="3479482" y="1830450"/>
                </a:lnTo>
                <a:lnTo>
                  <a:pt x="3474006" y="1965494"/>
                </a:lnTo>
                <a:lnTo>
                  <a:pt x="3457860" y="2097567"/>
                </a:lnTo>
                <a:lnTo>
                  <a:pt x="3431474" y="2226242"/>
                </a:lnTo>
                <a:lnTo>
                  <a:pt x="3395274" y="2351091"/>
                </a:lnTo>
                <a:lnTo>
                  <a:pt x="3349689" y="2471686"/>
                </a:lnTo>
                <a:lnTo>
                  <a:pt x="3295146" y="2587599"/>
                </a:lnTo>
                <a:lnTo>
                  <a:pt x="3232073" y="2698404"/>
                </a:lnTo>
                <a:lnTo>
                  <a:pt x="3160897" y="2803672"/>
                </a:lnTo>
                <a:lnTo>
                  <a:pt x="3082047" y="2902976"/>
                </a:lnTo>
                <a:lnTo>
                  <a:pt x="2995949" y="2995888"/>
                </a:lnTo>
                <a:lnTo>
                  <a:pt x="2903031" y="3081981"/>
                </a:lnTo>
                <a:lnTo>
                  <a:pt x="2803722" y="3160827"/>
                </a:lnTo>
                <a:lnTo>
                  <a:pt x="2698448" y="3231998"/>
                </a:lnTo>
                <a:lnTo>
                  <a:pt x="2587638" y="3295067"/>
                </a:lnTo>
                <a:lnTo>
                  <a:pt x="2471719" y="3349607"/>
                </a:lnTo>
                <a:lnTo>
                  <a:pt x="2351119" y="3395189"/>
                </a:lnTo>
                <a:lnTo>
                  <a:pt x="2226265" y="3431386"/>
                </a:lnTo>
                <a:lnTo>
                  <a:pt x="2097585" y="3457770"/>
                </a:lnTo>
                <a:lnTo>
                  <a:pt x="1965508" y="3473914"/>
                </a:lnTo>
                <a:lnTo>
                  <a:pt x="1830459" y="3479391"/>
                </a:lnTo>
                <a:lnTo>
                  <a:pt x="1695394" y="3473914"/>
                </a:lnTo>
                <a:lnTo>
                  <a:pt x="1563301" y="3457770"/>
                </a:lnTo>
                <a:lnTo>
                  <a:pt x="1434605" y="3431386"/>
                </a:lnTo>
                <a:lnTo>
                  <a:pt x="1309737" y="3395189"/>
                </a:lnTo>
                <a:lnTo>
                  <a:pt x="1189122" y="3349608"/>
                </a:lnTo>
                <a:lnTo>
                  <a:pt x="1073190" y="3295069"/>
                </a:lnTo>
                <a:lnTo>
                  <a:pt x="962367" y="3232000"/>
                </a:lnTo>
                <a:lnTo>
                  <a:pt x="857081" y="3160829"/>
                </a:lnTo>
                <a:lnTo>
                  <a:pt x="757760" y="3081984"/>
                </a:lnTo>
                <a:lnTo>
                  <a:pt x="664832" y="2995891"/>
                </a:lnTo>
                <a:lnTo>
                  <a:pt x="578724" y="2902979"/>
                </a:lnTo>
                <a:lnTo>
                  <a:pt x="499864" y="2803676"/>
                </a:lnTo>
                <a:lnTo>
                  <a:pt x="428680" y="2698408"/>
                </a:lnTo>
                <a:lnTo>
                  <a:pt x="365600" y="2587603"/>
                </a:lnTo>
                <a:lnTo>
                  <a:pt x="311051" y="2471689"/>
                </a:lnTo>
                <a:lnTo>
                  <a:pt x="265460" y="2351094"/>
                </a:lnTo>
                <a:lnTo>
                  <a:pt x="229257" y="2226245"/>
                </a:lnTo>
                <a:lnTo>
                  <a:pt x="202868" y="2097570"/>
                </a:lnTo>
                <a:lnTo>
                  <a:pt x="186720" y="1965495"/>
                </a:lnTo>
                <a:lnTo>
                  <a:pt x="181243" y="1830450"/>
                </a:lnTo>
                <a:lnTo>
                  <a:pt x="186720" y="1695386"/>
                </a:lnTo>
                <a:lnTo>
                  <a:pt x="202868" y="1563294"/>
                </a:lnTo>
                <a:lnTo>
                  <a:pt x="204615" y="989969"/>
                </a:lnTo>
                <a:lnTo>
                  <a:pt x="144072" y="1118642"/>
                </a:lnTo>
                <a:lnTo>
                  <a:pt x="93471" y="1252511"/>
                </a:lnTo>
                <a:lnTo>
                  <a:pt x="53290" y="1391103"/>
                </a:lnTo>
                <a:lnTo>
                  <a:pt x="24000" y="1533941"/>
                </a:lnTo>
                <a:lnTo>
                  <a:pt x="6079" y="1680551"/>
                </a:lnTo>
                <a:lnTo>
                  <a:pt x="0" y="1830459"/>
                </a:lnTo>
                <a:lnTo>
                  <a:pt x="6079" y="1980338"/>
                </a:lnTo>
                <a:lnTo>
                  <a:pt x="24000" y="2126921"/>
                </a:lnTo>
                <a:lnTo>
                  <a:pt x="53290" y="2269732"/>
                </a:lnTo>
                <a:lnTo>
                  <a:pt x="93471" y="2408297"/>
                </a:lnTo>
                <a:lnTo>
                  <a:pt x="144072" y="2542142"/>
                </a:lnTo>
                <a:lnTo>
                  <a:pt x="204615" y="2670791"/>
                </a:lnTo>
                <a:lnTo>
                  <a:pt x="274627" y="2793771"/>
                </a:lnTo>
                <a:lnTo>
                  <a:pt x="353634" y="2910605"/>
                </a:lnTo>
                <a:lnTo>
                  <a:pt x="441159" y="3020821"/>
                </a:lnTo>
                <a:lnTo>
                  <a:pt x="536730" y="3123943"/>
                </a:lnTo>
                <a:lnTo>
                  <a:pt x="639870" y="3219496"/>
                </a:lnTo>
                <a:lnTo>
                  <a:pt x="750106" y="3307006"/>
                </a:lnTo>
                <a:lnTo>
                  <a:pt x="866962" y="3385999"/>
                </a:lnTo>
                <a:lnTo>
                  <a:pt x="989964" y="3455999"/>
                </a:lnTo>
                <a:lnTo>
                  <a:pt x="1118638" y="3516532"/>
                </a:lnTo>
                <a:lnTo>
                  <a:pt x="1252508" y="3567123"/>
                </a:lnTo>
                <a:lnTo>
                  <a:pt x="1391100" y="3607298"/>
                </a:lnTo>
                <a:lnTo>
                  <a:pt x="1533939" y="3636582"/>
                </a:lnTo>
                <a:lnTo>
                  <a:pt x="1680550" y="3654501"/>
                </a:lnTo>
                <a:lnTo>
                  <a:pt x="1830459" y="3660579"/>
                </a:lnTo>
                <a:lnTo>
                  <a:pt x="1980350" y="3654501"/>
                </a:lnTo>
                <a:close/>
              </a:path>
              <a:path w="3660671" h="3660579">
                <a:moveTo>
                  <a:pt x="311051" y="1189118"/>
                </a:moveTo>
                <a:lnTo>
                  <a:pt x="365600" y="1073187"/>
                </a:lnTo>
                <a:lnTo>
                  <a:pt x="428680" y="962364"/>
                </a:lnTo>
                <a:lnTo>
                  <a:pt x="499864" y="857079"/>
                </a:lnTo>
                <a:lnTo>
                  <a:pt x="578724" y="757758"/>
                </a:lnTo>
                <a:lnTo>
                  <a:pt x="664832" y="664830"/>
                </a:lnTo>
                <a:lnTo>
                  <a:pt x="757760" y="578723"/>
                </a:lnTo>
                <a:lnTo>
                  <a:pt x="857081" y="499864"/>
                </a:lnTo>
                <a:lnTo>
                  <a:pt x="962367" y="428680"/>
                </a:lnTo>
                <a:lnTo>
                  <a:pt x="994769" y="410237"/>
                </a:lnTo>
                <a:lnTo>
                  <a:pt x="678820" y="410237"/>
                </a:lnTo>
                <a:lnTo>
                  <a:pt x="639870" y="441163"/>
                </a:lnTo>
                <a:lnTo>
                  <a:pt x="536730" y="536733"/>
                </a:lnTo>
                <a:lnTo>
                  <a:pt x="441159" y="639874"/>
                </a:lnTo>
                <a:lnTo>
                  <a:pt x="353634" y="750110"/>
                </a:lnTo>
                <a:lnTo>
                  <a:pt x="274627" y="866966"/>
                </a:lnTo>
                <a:lnTo>
                  <a:pt x="265460" y="1309732"/>
                </a:lnTo>
                <a:lnTo>
                  <a:pt x="311051" y="1189118"/>
                </a:lnTo>
                <a:close/>
              </a:path>
              <a:path w="3660671" h="3660579">
                <a:moveTo>
                  <a:pt x="229257" y="1434600"/>
                </a:moveTo>
                <a:lnTo>
                  <a:pt x="265460" y="1309732"/>
                </a:lnTo>
                <a:lnTo>
                  <a:pt x="274627" y="866966"/>
                </a:lnTo>
                <a:lnTo>
                  <a:pt x="204615" y="989969"/>
                </a:lnTo>
                <a:lnTo>
                  <a:pt x="202868" y="1563294"/>
                </a:lnTo>
                <a:lnTo>
                  <a:pt x="229257" y="1434600"/>
                </a:lnTo>
                <a:close/>
              </a:path>
            </a:pathLst>
          </a:custGeom>
          <a:solidFill>
            <a:srgbClr val="E3E3E3"/>
          </a:solidFill>
        </p:spPr>
        <p:txBody>
          <a:bodyPr wrap="square" lIns="0" tIns="0" rIns="0" bIns="0" rtlCol="0">
            <a:noAutofit/>
          </a:bodyPr>
          <a:lstStyle/>
          <a:p>
            <a:endParaRPr/>
          </a:p>
        </p:txBody>
      </p:sp>
      <p:sp>
        <p:nvSpPr>
          <p:cNvPr id="13" name="object 13"/>
          <p:cNvSpPr/>
          <p:nvPr/>
        </p:nvSpPr>
        <p:spPr>
          <a:xfrm>
            <a:off x="4397980" y="632355"/>
            <a:ext cx="257892" cy="1147992"/>
          </a:xfrm>
          <a:custGeom>
            <a:avLst/>
            <a:gdLst/>
            <a:ahLst/>
            <a:cxnLst/>
            <a:rect l="l" t="t" r="r" b="b"/>
            <a:pathLst>
              <a:path w="257892" h="1147992">
                <a:moveTo>
                  <a:pt x="214836" y="510944"/>
                </a:moveTo>
                <a:lnTo>
                  <a:pt x="196378" y="600965"/>
                </a:lnTo>
                <a:lnTo>
                  <a:pt x="200276" y="85218"/>
                </a:lnTo>
                <a:lnTo>
                  <a:pt x="257892" y="0"/>
                </a:lnTo>
                <a:lnTo>
                  <a:pt x="240159" y="423600"/>
                </a:lnTo>
                <a:lnTo>
                  <a:pt x="214836" y="510944"/>
                </a:lnTo>
                <a:close/>
              </a:path>
              <a:path w="257892" h="1147992">
                <a:moveTo>
                  <a:pt x="310204" y="258136"/>
                </a:moveTo>
                <a:lnTo>
                  <a:pt x="272048" y="339231"/>
                </a:lnTo>
                <a:lnTo>
                  <a:pt x="240159" y="423600"/>
                </a:lnTo>
                <a:lnTo>
                  <a:pt x="257892" y="0"/>
                </a:lnTo>
                <a:lnTo>
                  <a:pt x="321720" y="-80390"/>
                </a:lnTo>
                <a:lnTo>
                  <a:pt x="391415" y="-155606"/>
                </a:lnTo>
                <a:lnTo>
                  <a:pt x="466630" y="-225302"/>
                </a:lnTo>
                <a:lnTo>
                  <a:pt x="547018" y="-289132"/>
                </a:lnTo>
                <a:lnTo>
                  <a:pt x="632235" y="-346748"/>
                </a:lnTo>
                <a:lnTo>
                  <a:pt x="721932" y="-397806"/>
                </a:lnTo>
                <a:lnTo>
                  <a:pt x="815765" y="-441959"/>
                </a:lnTo>
                <a:lnTo>
                  <a:pt x="913387" y="-478860"/>
                </a:lnTo>
                <a:lnTo>
                  <a:pt x="1014451" y="-508163"/>
                </a:lnTo>
                <a:lnTo>
                  <a:pt x="1118612" y="-529523"/>
                </a:lnTo>
                <a:lnTo>
                  <a:pt x="1225523" y="-542593"/>
                </a:lnTo>
                <a:lnTo>
                  <a:pt x="1334838" y="-547026"/>
                </a:lnTo>
                <a:lnTo>
                  <a:pt x="1444150" y="-542593"/>
                </a:lnTo>
                <a:lnTo>
                  <a:pt x="1551057" y="-529523"/>
                </a:lnTo>
                <a:lnTo>
                  <a:pt x="1655212" y="-508163"/>
                </a:lnTo>
                <a:lnTo>
                  <a:pt x="1756270" y="-478860"/>
                </a:lnTo>
                <a:lnTo>
                  <a:pt x="1853884" y="-441959"/>
                </a:lnTo>
                <a:lnTo>
                  <a:pt x="1947709" y="-397806"/>
                </a:lnTo>
                <a:lnTo>
                  <a:pt x="2037398" y="-346748"/>
                </a:lnTo>
                <a:lnTo>
                  <a:pt x="2122605" y="-289132"/>
                </a:lnTo>
                <a:lnTo>
                  <a:pt x="2202985" y="-225302"/>
                </a:lnTo>
                <a:lnTo>
                  <a:pt x="2278191" y="-155606"/>
                </a:lnTo>
                <a:lnTo>
                  <a:pt x="2347877" y="-80390"/>
                </a:lnTo>
                <a:lnTo>
                  <a:pt x="2411697" y="0"/>
                </a:lnTo>
                <a:lnTo>
                  <a:pt x="2469304" y="85218"/>
                </a:lnTo>
                <a:lnTo>
                  <a:pt x="2520354" y="174918"/>
                </a:lnTo>
                <a:lnTo>
                  <a:pt x="2564499" y="268754"/>
                </a:lnTo>
                <a:lnTo>
                  <a:pt x="2601394" y="366379"/>
                </a:lnTo>
                <a:lnTo>
                  <a:pt x="2630693" y="467447"/>
                </a:lnTo>
                <a:lnTo>
                  <a:pt x="2652049" y="571612"/>
                </a:lnTo>
                <a:lnTo>
                  <a:pt x="2665116" y="678528"/>
                </a:lnTo>
                <a:lnTo>
                  <a:pt x="2669549" y="787848"/>
                </a:lnTo>
                <a:lnTo>
                  <a:pt x="2665115" y="897152"/>
                </a:lnTo>
                <a:lnTo>
                  <a:pt x="2652047" y="1004050"/>
                </a:lnTo>
                <a:lnTo>
                  <a:pt x="2630690" y="1108197"/>
                </a:lnTo>
                <a:lnTo>
                  <a:pt x="2601391" y="1209246"/>
                </a:lnTo>
                <a:lnTo>
                  <a:pt x="2564497" y="1306852"/>
                </a:lnTo>
                <a:lnTo>
                  <a:pt x="2520352" y="1400669"/>
                </a:lnTo>
                <a:lnTo>
                  <a:pt x="2469302" y="1490350"/>
                </a:lnTo>
                <a:lnTo>
                  <a:pt x="2411695" y="1575550"/>
                </a:lnTo>
                <a:lnTo>
                  <a:pt x="2347876" y="1655922"/>
                </a:lnTo>
                <a:lnTo>
                  <a:pt x="2278191" y="1731121"/>
                </a:lnTo>
                <a:lnTo>
                  <a:pt x="2202986" y="1800800"/>
                </a:lnTo>
                <a:lnTo>
                  <a:pt x="2122607" y="1864613"/>
                </a:lnTo>
                <a:lnTo>
                  <a:pt x="2037400" y="1922216"/>
                </a:lnTo>
                <a:lnTo>
                  <a:pt x="1947711" y="1973260"/>
                </a:lnTo>
                <a:lnTo>
                  <a:pt x="1853886" y="2017401"/>
                </a:lnTo>
                <a:lnTo>
                  <a:pt x="1756272" y="2054292"/>
                </a:lnTo>
                <a:lnTo>
                  <a:pt x="1655214" y="2083587"/>
                </a:lnTo>
                <a:lnTo>
                  <a:pt x="1551059" y="2104941"/>
                </a:lnTo>
                <a:lnTo>
                  <a:pt x="1444151" y="2118007"/>
                </a:lnTo>
                <a:lnTo>
                  <a:pt x="1334838" y="2122439"/>
                </a:lnTo>
                <a:lnTo>
                  <a:pt x="1225523" y="2118007"/>
                </a:lnTo>
                <a:lnTo>
                  <a:pt x="1118612" y="2104941"/>
                </a:lnTo>
                <a:lnTo>
                  <a:pt x="1014451" y="2083587"/>
                </a:lnTo>
                <a:lnTo>
                  <a:pt x="913387" y="2054292"/>
                </a:lnTo>
                <a:lnTo>
                  <a:pt x="815765" y="2017401"/>
                </a:lnTo>
                <a:lnTo>
                  <a:pt x="721932" y="1973260"/>
                </a:lnTo>
                <a:lnTo>
                  <a:pt x="632235" y="1922216"/>
                </a:lnTo>
                <a:lnTo>
                  <a:pt x="547018" y="1864613"/>
                </a:lnTo>
                <a:lnTo>
                  <a:pt x="466630" y="1800800"/>
                </a:lnTo>
                <a:lnTo>
                  <a:pt x="391415" y="1731121"/>
                </a:lnTo>
                <a:lnTo>
                  <a:pt x="321720" y="1655922"/>
                </a:lnTo>
                <a:lnTo>
                  <a:pt x="257892" y="1575550"/>
                </a:lnTo>
                <a:lnTo>
                  <a:pt x="200276" y="1490350"/>
                </a:lnTo>
                <a:lnTo>
                  <a:pt x="149219" y="1400669"/>
                </a:lnTo>
                <a:lnTo>
                  <a:pt x="105066" y="1306852"/>
                </a:lnTo>
                <a:lnTo>
                  <a:pt x="68166" y="1209246"/>
                </a:lnTo>
                <a:lnTo>
                  <a:pt x="38862" y="1108197"/>
                </a:lnTo>
                <a:lnTo>
                  <a:pt x="17503" y="1004050"/>
                </a:lnTo>
                <a:lnTo>
                  <a:pt x="4433" y="897152"/>
                </a:lnTo>
                <a:lnTo>
                  <a:pt x="0" y="787848"/>
                </a:lnTo>
                <a:lnTo>
                  <a:pt x="4433" y="678528"/>
                </a:lnTo>
                <a:lnTo>
                  <a:pt x="17503" y="571612"/>
                </a:lnTo>
                <a:lnTo>
                  <a:pt x="38862" y="467447"/>
                </a:lnTo>
                <a:lnTo>
                  <a:pt x="68166" y="366379"/>
                </a:lnTo>
                <a:lnTo>
                  <a:pt x="105066" y="268754"/>
                </a:lnTo>
                <a:lnTo>
                  <a:pt x="149219" y="174918"/>
                </a:lnTo>
                <a:lnTo>
                  <a:pt x="200276" y="85218"/>
                </a:lnTo>
                <a:lnTo>
                  <a:pt x="196378" y="600965"/>
                </a:lnTo>
                <a:lnTo>
                  <a:pt x="185083" y="693363"/>
                </a:lnTo>
                <a:lnTo>
                  <a:pt x="181252" y="787839"/>
                </a:lnTo>
                <a:lnTo>
                  <a:pt x="185083" y="882299"/>
                </a:lnTo>
                <a:lnTo>
                  <a:pt x="196378" y="974681"/>
                </a:lnTo>
                <a:lnTo>
                  <a:pt x="214837" y="1064686"/>
                </a:lnTo>
                <a:lnTo>
                  <a:pt x="240160" y="1152015"/>
                </a:lnTo>
                <a:lnTo>
                  <a:pt x="272049" y="1236369"/>
                </a:lnTo>
                <a:lnTo>
                  <a:pt x="310205" y="1317448"/>
                </a:lnTo>
                <a:lnTo>
                  <a:pt x="354329" y="1394955"/>
                </a:lnTo>
                <a:lnTo>
                  <a:pt x="404120" y="1468588"/>
                </a:lnTo>
                <a:lnTo>
                  <a:pt x="459280" y="1538050"/>
                </a:lnTo>
                <a:lnTo>
                  <a:pt x="519511" y="1603042"/>
                </a:lnTo>
                <a:lnTo>
                  <a:pt x="584512" y="1663263"/>
                </a:lnTo>
                <a:lnTo>
                  <a:pt x="653984" y="1718416"/>
                </a:lnTo>
                <a:lnTo>
                  <a:pt x="727629" y="1768200"/>
                </a:lnTo>
                <a:lnTo>
                  <a:pt x="805147" y="1812316"/>
                </a:lnTo>
                <a:lnTo>
                  <a:pt x="886239" y="1850467"/>
                </a:lnTo>
                <a:lnTo>
                  <a:pt x="970606" y="1882351"/>
                </a:lnTo>
                <a:lnTo>
                  <a:pt x="1057949" y="1907671"/>
                </a:lnTo>
                <a:lnTo>
                  <a:pt x="1147968" y="1926127"/>
                </a:lnTo>
                <a:lnTo>
                  <a:pt x="1240364" y="1937420"/>
                </a:lnTo>
                <a:lnTo>
                  <a:pt x="1334838" y="1941251"/>
                </a:lnTo>
                <a:lnTo>
                  <a:pt x="1429307" y="1937420"/>
                </a:lnTo>
                <a:lnTo>
                  <a:pt x="1521698" y="1926127"/>
                </a:lnTo>
                <a:lnTo>
                  <a:pt x="1611712" y="1907671"/>
                </a:lnTo>
                <a:lnTo>
                  <a:pt x="1699050" y="1882351"/>
                </a:lnTo>
                <a:lnTo>
                  <a:pt x="1783412" y="1850467"/>
                </a:lnTo>
                <a:lnTo>
                  <a:pt x="1864499" y="1812316"/>
                </a:lnTo>
                <a:lnTo>
                  <a:pt x="1942013" y="1768200"/>
                </a:lnTo>
                <a:lnTo>
                  <a:pt x="2015654" y="1718416"/>
                </a:lnTo>
                <a:lnTo>
                  <a:pt x="2085123" y="1663263"/>
                </a:lnTo>
                <a:lnTo>
                  <a:pt x="2150120" y="1603042"/>
                </a:lnTo>
                <a:lnTo>
                  <a:pt x="2210347" y="1538050"/>
                </a:lnTo>
                <a:lnTo>
                  <a:pt x="2265505" y="1468588"/>
                </a:lnTo>
                <a:lnTo>
                  <a:pt x="2315293" y="1394955"/>
                </a:lnTo>
                <a:lnTo>
                  <a:pt x="2359414" y="1317448"/>
                </a:lnTo>
                <a:lnTo>
                  <a:pt x="2397568" y="1236369"/>
                </a:lnTo>
                <a:lnTo>
                  <a:pt x="2429455" y="1152015"/>
                </a:lnTo>
                <a:lnTo>
                  <a:pt x="2454778" y="1064686"/>
                </a:lnTo>
                <a:lnTo>
                  <a:pt x="2473235" y="974681"/>
                </a:lnTo>
                <a:lnTo>
                  <a:pt x="2484529" y="882299"/>
                </a:lnTo>
                <a:lnTo>
                  <a:pt x="2488360" y="787839"/>
                </a:lnTo>
                <a:lnTo>
                  <a:pt x="2484529" y="693363"/>
                </a:lnTo>
                <a:lnTo>
                  <a:pt x="2473235" y="600965"/>
                </a:lnTo>
                <a:lnTo>
                  <a:pt x="2454777" y="510944"/>
                </a:lnTo>
                <a:lnTo>
                  <a:pt x="2429455" y="423600"/>
                </a:lnTo>
                <a:lnTo>
                  <a:pt x="2397567" y="339231"/>
                </a:lnTo>
                <a:lnTo>
                  <a:pt x="2359412" y="258136"/>
                </a:lnTo>
                <a:lnTo>
                  <a:pt x="2315291" y="180616"/>
                </a:lnTo>
                <a:lnTo>
                  <a:pt x="2265502" y="106968"/>
                </a:lnTo>
                <a:lnTo>
                  <a:pt x="2210344" y="37493"/>
                </a:lnTo>
                <a:lnTo>
                  <a:pt x="2150117" y="-27509"/>
                </a:lnTo>
                <a:lnTo>
                  <a:pt x="2085119" y="-87742"/>
                </a:lnTo>
                <a:lnTo>
                  <a:pt x="2015650" y="-142905"/>
                </a:lnTo>
                <a:lnTo>
                  <a:pt x="1942009" y="-192698"/>
                </a:lnTo>
                <a:lnTo>
                  <a:pt x="1864495" y="-236823"/>
                </a:lnTo>
                <a:lnTo>
                  <a:pt x="1783408" y="-274981"/>
                </a:lnTo>
                <a:lnTo>
                  <a:pt x="1699046" y="-306872"/>
                </a:lnTo>
                <a:lnTo>
                  <a:pt x="1611709" y="-332196"/>
                </a:lnTo>
                <a:lnTo>
                  <a:pt x="1521696" y="-350656"/>
                </a:lnTo>
                <a:lnTo>
                  <a:pt x="1429306" y="-361951"/>
                </a:lnTo>
                <a:lnTo>
                  <a:pt x="1334838" y="-365783"/>
                </a:lnTo>
                <a:lnTo>
                  <a:pt x="1240363" y="-361951"/>
                </a:lnTo>
                <a:lnTo>
                  <a:pt x="1147965" y="-350656"/>
                </a:lnTo>
                <a:lnTo>
                  <a:pt x="1057946" y="-332196"/>
                </a:lnTo>
                <a:lnTo>
                  <a:pt x="970603" y="-306872"/>
                </a:lnTo>
                <a:lnTo>
                  <a:pt x="886235" y="-274981"/>
                </a:lnTo>
                <a:lnTo>
                  <a:pt x="805143" y="-236823"/>
                </a:lnTo>
                <a:lnTo>
                  <a:pt x="727625" y="-192698"/>
                </a:lnTo>
                <a:lnTo>
                  <a:pt x="653980" y="-142905"/>
                </a:lnTo>
                <a:lnTo>
                  <a:pt x="584508" y="-87742"/>
                </a:lnTo>
                <a:lnTo>
                  <a:pt x="519507" y="-27509"/>
                </a:lnTo>
                <a:lnTo>
                  <a:pt x="459277" y="37493"/>
                </a:lnTo>
                <a:lnTo>
                  <a:pt x="404117" y="106968"/>
                </a:lnTo>
                <a:lnTo>
                  <a:pt x="354326" y="180616"/>
                </a:lnTo>
                <a:lnTo>
                  <a:pt x="310204" y="258136"/>
                </a:lnTo>
                <a:close/>
              </a:path>
            </a:pathLst>
          </a:custGeom>
          <a:solidFill>
            <a:srgbClr val="E3E3E3"/>
          </a:solidFill>
        </p:spPr>
        <p:txBody>
          <a:bodyPr wrap="square" lIns="0" tIns="0" rIns="0" bIns="0" rtlCol="0">
            <a:noAutofit/>
          </a:bodyPr>
          <a:lstStyle/>
          <a:p>
            <a:endParaRPr/>
          </a:p>
        </p:txBody>
      </p:sp>
      <p:sp>
        <p:nvSpPr>
          <p:cNvPr id="14" name="object 14"/>
          <p:cNvSpPr/>
          <p:nvPr/>
        </p:nvSpPr>
        <p:spPr>
          <a:xfrm>
            <a:off x="4879377" y="566725"/>
            <a:ext cx="1706747" cy="1706664"/>
          </a:xfrm>
          <a:custGeom>
            <a:avLst/>
            <a:gdLst/>
            <a:ahLst/>
            <a:cxnLst/>
            <a:rect l="l" t="t" r="r" b="b"/>
            <a:pathLst>
              <a:path w="1706747" h="1706664">
                <a:moveTo>
                  <a:pt x="24846" y="1058231"/>
                </a:moveTo>
                <a:lnTo>
                  <a:pt x="11190" y="991649"/>
                </a:lnTo>
                <a:lnTo>
                  <a:pt x="2834" y="923310"/>
                </a:lnTo>
                <a:lnTo>
                  <a:pt x="0" y="853433"/>
                </a:lnTo>
                <a:lnTo>
                  <a:pt x="2834" y="783540"/>
                </a:lnTo>
                <a:lnTo>
                  <a:pt x="11190" y="715184"/>
                </a:lnTo>
                <a:lnTo>
                  <a:pt x="24846" y="648587"/>
                </a:lnTo>
                <a:lnTo>
                  <a:pt x="43581" y="583970"/>
                </a:lnTo>
                <a:lnTo>
                  <a:pt x="67173" y="521555"/>
                </a:lnTo>
                <a:lnTo>
                  <a:pt x="95402" y="461562"/>
                </a:lnTo>
                <a:lnTo>
                  <a:pt x="128045" y="404213"/>
                </a:lnTo>
                <a:lnTo>
                  <a:pt x="164882" y="349730"/>
                </a:lnTo>
                <a:lnTo>
                  <a:pt x="205691" y="298334"/>
                </a:lnTo>
                <a:lnTo>
                  <a:pt x="200822" y="692096"/>
                </a:lnTo>
                <a:lnTo>
                  <a:pt x="190066" y="744550"/>
                </a:lnTo>
                <a:lnTo>
                  <a:pt x="183485" y="798391"/>
                </a:lnTo>
                <a:lnTo>
                  <a:pt x="181252" y="853442"/>
                </a:lnTo>
                <a:lnTo>
                  <a:pt x="183485" y="908476"/>
                </a:lnTo>
                <a:lnTo>
                  <a:pt x="190066" y="962300"/>
                </a:lnTo>
                <a:lnTo>
                  <a:pt x="200822" y="1014740"/>
                </a:lnTo>
                <a:lnTo>
                  <a:pt x="215578" y="1065621"/>
                </a:lnTo>
                <a:lnTo>
                  <a:pt x="234160" y="1114769"/>
                </a:lnTo>
                <a:lnTo>
                  <a:pt x="256394" y="1162010"/>
                </a:lnTo>
                <a:lnTo>
                  <a:pt x="282105" y="1207168"/>
                </a:lnTo>
                <a:lnTo>
                  <a:pt x="311118" y="1250071"/>
                </a:lnTo>
                <a:lnTo>
                  <a:pt x="343260" y="1290544"/>
                </a:lnTo>
                <a:lnTo>
                  <a:pt x="378357" y="1328411"/>
                </a:lnTo>
                <a:lnTo>
                  <a:pt x="416233" y="1363500"/>
                </a:lnTo>
                <a:lnTo>
                  <a:pt x="456714" y="1395635"/>
                </a:lnTo>
                <a:lnTo>
                  <a:pt x="499627" y="1424643"/>
                </a:lnTo>
                <a:lnTo>
                  <a:pt x="544796" y="1450349"/>
                </a:lnTo>
                <a:lnTo>
                  <a:pt x="592048" y="1472578"/>
                </a:lnTo>
                <a:lnTo>
                  <a:pt x="641208" y="1491156"/>
                </a:lnTo>
                <a:lnTo>
                  <a:pt x="692102" y="1505910"/>
                </a:lnTo>
                <a:lnTo>
                  <a:pt x="744555" y="1516663"/>
                </a:lnTo>
                <a:lnTo>
                  <a:pt x="798393" y="1523244"/>
                </a:lnTo>
                <a:lnTo>
                  <a:pt x="853442" y="1525476"/>
                </a:lnTo>
                <a:lnTo>
                  <a:pt x="908480" y="1523244"/>
                </a:lnTo>
                <a:lnTo>
                  <a:pt x="962309" y="1516663"/>
                </a:lnTo>
                <a:lnTo>
                  <a:pt x="1014753" y="1505910"/>
                </a:lnTo>
                <a:lnTo>
                  <a:pt x="1065639" y="1491156"/>
                </a:lnTo>
                <a:lnTo>
                  <a:pt x="1114792" y="1472578"/>
                </a:lnTo>
                <a:lnTo>
                  <a:pt x="1162038" y="1450349"/>
                </a:lnTo>
                <a:lnTo>
                  <a:pt x="1207201" y="1424643"/>
                </a:lnTo>
                <a:lnTo>
                  <a:pt x="1250109" y="1395635"/>
                </a:lnTo>
                <a:lnTo>
                  <a:pt x="1290586" y="1363500"/>
                </a:lnTo>
                <a:lnTo>
                  <a:pt x="1328459" y="1328411"/>
                </a:lnTo>
                <a:lnTo>
                  <a:pt x="1363552" y="1290544"/>
                </a:lnTo>
                <a:lnTo>
                  <a:pt x="1395691" y="1250071"/>
                </a:lnTo>
                <a:lnTo>
                  <a:pt x="1424702" y="1207168"/>
                </a:lnTo>
                <a:lnTo>
                  <a:pt x="1450411" y="1162010"/>
                </a:lnTo>
                <a:lnTo>
                  <a:pt x="1472644" y="1114769"/>
                </a:lnTo>
                <a:lnTo>
                  <a:pt x="1491225" y="1065621"/>
                </a:lnTo>
                <a:lnTo>
                  <a:pt x="1505980" y="1014740"/>
                </a:lnTo>
                <a:lnTo>
                  <a:pt x="1516736" y="962300"/>
                </a:lnTo>
                <a:lnTo>
                  <a:pt x="1523317" y="908476"/>
                </a:lnTo>
                <a:lnTo>
                  <a:pt x="1525549" y="853442"/>
                </a:lnTo>
                <a:lnTo>
                  <a:pt x="1523318" y="798391"/>
                </a:lnTo>
                <a:lnTo>
                  <a:pt x="1516738" y="744550"/>
                </a:lnTo>
                <a:lnTo>
                  <a:pt x="1505983" y="692096"/>
                </a:lnTo>
                <a:lnTo>
                  <a:pt x="1491228" y="641201"/>
                </a:lnTo>
                <a:lnTo>
                  <a:pt x="1472647" y="592040"/>
                </a:lnTo>
                <a:lnTo>
                  <a:pt x="1450415" y="544788"/>
                </a:lnTo>
                <a:lnTo>
                  <a:pt x="1424706" y="499619"/>
                </a:lnTo>
                <a:lnTo>
                  <a:pt x="1395695" y="456706"/>
                </a:lnTo>
                <a:lnTo>
                  <a:pt x="1363555" y="416225"/>
                </a:lnTo>
                <a:lnTo>
                  <a:pt x="1328462" y="378350"/>
                </a:lnTo>
                <a:lnTo>
                  <a:pt x="1290589" y="343254"/>
                </a:lnTo>
                <a:lnTo>
                  <a:pt x="1250112" y="311113"/>
                </a:lnTo>
                <a:lnTo>
                  <a:pt x="1207204" y="282100"/>
                </a:lnTo>
                <a:lnTo>
                  <a:pt x="1162039" y="256390"/>
                </a:lnTo>
                <a:lnTo>
                  <a:pt x="1114793" y="234158"/>
                </a:lnTo>
                <a:lnTo>
                  <a:pt x="1065640" y="215576"/>
                </a:lnTo>
                <a:lnTo>
                  <a:pt x="1014754" y="200821"/>
                </a:lnTo>
                <a:lnTo>
                  <a:pt x="962309" y="190066"/>
                </a:lnTo>
                <a:lnTo>
                  <a:pt x="908480" y="183484"/>
                </a:lnTo>
                <a:lnTo>
                  <a:pt x="853442" y="181252"/>
                </a:lnTo>
                <a:lnTo>
                  <a:pt x="798393" y="183484"/>
                </a:lnTo>
                <a:lnTo>
                  <a:pt x="744555" y="190066"/>
                </a:lnTo>
                <a:lnTo>
                  <a:pt x="692102" y="200821"/>
                </a:lnTo>
                <a:lnTo>
                  <a:pt x="641208" y="215576"/>
                </a:lnTo>
                <a:lnTo>
                  <a:pt x="592048" y="234158"/>
                </a:lnTo>
                <a:lnTo>
                  <a:pt x="544796" y="256390"/>
                </a:lnTo>
                <a:lnTo>
                  <a:pt x="499627" y="282100"/>
                </a:lnTo>
                <a:lnTo>
                  <a:pt x="456714" y="311113"/>
                </a:lnTo>
                <a:lnTo>
                  <a:pt x="416233" y="343254"/>
                </a:lnTo>
                <a:lnTo>
                  <a:pt x="378357" y="378350"/>
                </a:lnTo>
                <a:lnTo>
                  <a:pt x="343260" y="416225"/>
                </a:lnTo>
                <a:lnTo>
                  <a:pt x="311118" y="456706"/>
                </a:lnTo>
                <a:lnTo>
                  <a:pt x="282105" y="499619"/>
                </a:lnTo>
                <a:lnTo>
                  <a:pt x="256394" y="544788"/>
                </a:lnTo>
                <a:lnTo>
                  <a:pt x="234160" y="592040"/>
                </a:lnTo>
                <a:lnTo>
                  <a:pt x="250250" y="250246"/>
                </a:lnTo>
                <a:lnTo>
                  <a:pt x="298339" y="205687"/>
                </a:lnTo>
                <a:lnTo>
                  <a:pt x="349736" y="164879"/>
                </a:lnTo>
                <a:lnTo>
                  <a:pt x="404220" y="128043"/>
                </a:lnTo>
                <a:lnTo>
                  <a:pt x="461569" y="95400"/>
                </a:lnTo>
                <a:lnTo>
                  <a:pt x="521562" y="67172"/>
                </a:lnTo>
                <a:lnTo>
                  <a:pt x="583978" y="43580"/>
                </a:lnTo>
                <a:lnTo>
                  <a:pt x="648595" y="24846"/>
                </a:lnTo>
                <a:lnTo>
                  <a:pt x="715193" y="11190"/>
                </a:lnTo>
                <a:lnTo>
                  <a:pt x="783549" y="2834"/>
                </a:lnTo>
                <a:lnTo>
                  <a:pt x="853442" y="0"/>
                </a:lnTo>
                <a:lnTo>
                  <a:pt x="923324" y="2834"/>
                </a:lnTo>
                <a:lnTo>
                  <a:pt x="991670" y="11190"/>
                </a:lnTo>
                <a:lnTo>
                  <a:pt x="1058256" y="24846"/>
                </a:lnTo>
                <a:lnTo>
                  <a:pt x="1122863" y="43580"/>
                </a:lnTo>
                <a:lnTo>
                  <a:pt x="1185269" y="67172"/>
                </a:lnTo>
                <a:lnTo>
                  <a:pt x="1245253" y="95400"/>
                </a:lnTo>
                <a:lnTo>
                  <a:pt x="1302593" y="128043"/>
                </a:lnTo>
                <a:lnTo>
                  <a:pt x="1357068" y="164879"/>
                </a:lnTo>
                <a:lnTo>
                  <a:pt x="1408456" y="205687"/>
                </a:lnTo>
                <a:lnTo>
                  <a:pt x="1456537" y="250246"/>
                </a:lnTo>
                <a:lnTo>
                  <a:pt x="1501090" y="298334"/>
                </a:lnTo>
                <a:lnTo>
                  <a:pt x="1541892" y="349730"/>
                </a:lnTo>
                <a:lnTo>
                  <a:pt x="1578722" y="404213"/>
                </a:lnTo>
                <a:lnTo>
                  <a:pt x="1611360" y="461562"/>
                </a:lnTo>
                <a:lnTo>
                  <a:pt x="1639584" y="521555"/>
                </a:lnTo>
                <a:lnTo>
                  <a:pt x="1663172" y="583970"/>
                </a:lnTo>
                <a:lnTo>
                  <a:pt x="1681904" y="648587"/>
                </a:lnTo>
                <a:lnTo>
                  <a:pt x="1695558" y="715184"/>
                </a:lnTo>
                <a:lnTo>
                  <a:pt x="1703913" y="783540"/>
                </a:lnTo>
                <a:lnTo>
                  <a:pt x="1706747" y="853433"/>
                </a:lnTo>
                <a:lnTo>
                  <a:pt x="1703913" y="923312"/>
                </a:lnTo>
                <a:lnTo>
                  <a:pt x="1695558" y="991654"/>
                </a:lnTo>
                <a:lnTo>
                  <a:pt x="1681904" y="1058237"/>
                </a:lnTo>
                <a:lnTo>
                  <a:pt x="1663172" y="1122839"/>
                </a:lnTo>
                <a:lnTo>
                  <a:pt x="1639584" y="1185241"/>
                </a:lnTo>
                <a:lnTo>
                  <a:pt x="1611360" y="1245220"/>
                </a:lnTo>
                <a:lnTo>
                  <a:pt x="1578722" y="1302555"/>
                </a:lnTo>
                <a:lnTo>
                  <a:pt x="1541892" y="1357025"/>
                </a:lnTo>
                <a:lnTo>
                  <a:pt x="1501090" y="1408408"/>
                </a:lnTo>
                <a:lnTo>
                  <a:pt x="1456537" y="1456485"/>
                </a:lnTo>
                <a:lnTo>
                  <a:pt x="1408456" y="1501032"/>
                </a:lnTo>
                <a:lnTo>
                  <a:pt x="1357068" y="1541830"/>
                </a:lnTo>
                <a:lnTo>
                  <a:pt x="1302593" y="1578656"/>
                </a:lnTo>
                <a:lnTo>
                  <a:pt x="1245253" y="1611290"/>
                </a:lnTo>
                <a:lnTo>
                  <a:pt x="1185269" y="1639510"/>
                </a:lnTo>
                <a:lnTo>
                  <a:pt x="1122863" y="1663096"/>
                </a:lnTo>
                <a:lnTo>
                  <a:pt x="1058256" y="1681825"/>
                </a:lnTo>
                <a:lnTo>
                  <a:pt x="991670" y="1695477"/>
                </a:lnTo>
                <a:lnTo>
                  <a:pt x="923324" y="1703830"/>
                </a:lnTo>
                <a:lnTo>
                  <a:pt x="853442" y="1706664"/>
                </a:lnTo>
                <a:lnTo>
                  <a:pt x="783549" y="1703830"/>
                </a:lnTo>
                <a:lnTo>
                  <a:pt x="715193" y="1695477"/>
                </a:lnTo>
                <a:lnTo>
                  <a:pt x="648595" y="1681824"/>
                </a:lnTo>
                <a:lnTo>
                  <a:pt x="583978" y="1663094"/>
                </a:lnTo>
                <a:lnTo>
                  <a:pt x="521562" y="1639508"/>
                </a:lnTo>
                <a:lnTo>
                  <a:pt x="461569" y="1611286"/>
                </a:lnTo>
                <a:lnTo>
                  <a:pt x="404220" y="1578652"/>
                </a:lnTo>
                <a:lnTo>
                  <a:pt x="349736" y="1541824"/>
                </a:lnTo>
                <a:lnTo>
                  <a:pt x="298339" y="1501026"/>
                </a:lnTo>
                <a:lnTo>
                  <a:pt x="250250" y="1456478"/>
                </a:lnTo>
                <a:lnTo>
                  <a:pt x="205691" y="1408401"/>
                </a:lnTo>
                <a:lnTo>
                  <a:pt x="164882" y="1357017"/>
                </a:lnTo>
                <a:lnTo>
                  <a:pt x="128045" y="1302546"/>
                </a:lnTo>
                <a:lnTo>
                  <a:pt x="95402" y="1245212"/>
                </a:lnTo>
                <a:lnTo>
                  <a:pt x="67173" y="1185233"/>
                </a:lnTo>
                <a:lnTo>
                  <a:pt x="43581" y="1122832"/>
                </a:lnTo>
                <a:lnTo>
                  <a:pt x="24846" y="1058231"/>
                </a:lnTo>
                <a:close/>
              </a:path>
              <a:path w="1706747" h="1706664">
                <a:moveTo>
                  <a:pt x="215578" y="641201"/>
                </a:moveTo>
                <a:lnTo>
                  <a:pt x="200822" y="692096"/>
                </a:lnTo>
                <a:lnTo>
                  <a:pt x="205691" y="298334"/>
                </a:lnTo>
                <a:lnTo>
                  <a:pt x="250250" y="250246"/>
                </a:lnTo>
                <a:lnTo>
                  <a:pt x="234160" y="592040"/>
                </a:lnTo>
                <a:lnTo>
                  <a:pt x="215578" y="641201"/>
                </a:lnTo>
                <a:close/>
              </a:path>
            </a:pathLst>
          </a:custGeom>
          <a:solidFill>
            <a:srgbClr val="E3E3E3"/>
          </a:solidFill>
        </p:spPr>
        <p:txBody>
          <a:bodyPr wrap="square" lIns="0" tIns="0" rIns="0" bIns="0" rtlCol="0">
            <a:noAutofit/>
          </a:bodyPr>
          <a:lstStyle/>
          <a:p>
            <a:endParaRPr/>
          </a:p>
        </p:txBody>
      </p:sp>
      <p:sp>
        <p:nvSpPr>
          <p:cNvPr id="15" name="object 15"/>
          <p:cNvSpPr/>
          <p:nvPr/>
        </p:nvSpPr>
        <p:spPr>
          <a:xfrm>
            <a:off x="5341520" y="1111482"/>
            <a:ext cx="773143" cy="773316"/>
          </a:xfrm>
          <a:custGeom>
            <a:avLst/>
            <a:gdLst/>
            <a:ahLst/>
            <a:cxnLst/>
            <a:rect l="l" t="t" r="r" b="b"/>
            <a:pathLst>
              <a:path w="773143" h="773316">
                <a:moveTo>
                  <a:pt x="749918" y="228788"/>
                </a:moveTo>
                <a:lnTo>
                  <a:pt x="749916" y="351862"/>
                </a:lnTo>
                <a:lnTo>
                  <a:pt x="740161" y="359229"/>
                </a:lnTo>
                <a:lnTo>
                  <a:pt x="729298" y="364951"/>
                </a:lnTo>
                <a:lnTo>
                  <a:pt x="717582" y="369031"/>
                </a:lnTo>
                <a:lnTo>
                  <a:pt x="705267" y="371470"/>
                </a:lnTo>
                <a:lnTo>
                  <a:pt x="692610" y="372269"/>
                </a:lnTo>
                <a:lnTo>
                  <a:pt x="679864" y="371428"/>
                </a:lnTo>
                <a:lnTo>
                  <a:pt x="692610" y="208384"/>
                </a:lnTo>
                <a:lnTo>
                  <a:pt x="705268" y="209182"/>
                </a:lnTo>
                <a:lnTo>
                  <a:pt x="717583" y="211620"/>
                </a:lnTo>
                <a:lnTo>
                  <a:pt x="729300" y="215699"/>
                </a:lnTo>
                <a:lnTo>
                  <a:pt x="740163" y="221421"/>
                </a:lnTo>
                <a:lnTo>
                  <a:pt x="749918" y="228788"/>
                </a:lnTo>
                <a:close/>
              </a:path>
              <a:path w="773143" h="773316">
                <a:moveTo>
                  <a:pt x="655126" y="364837"/>
                </a:moveTo>
                <a:lnTo>
                  <a:pt x="643645" y="359088"/>
                </a:lnTo>
                <a:lnTo>
                  <a:pt x="655124" y="215820"/>
                </a:lnTo>
                <a:lnTo>
                  <a:pt x="667283" y="211704"/>
                </a:lnTo>
                <a:lnTo>
                  <a:pt x="655126" y="364837"/>
                </a:lnTo>
                <a:close/>
              </a:path>
              <a:path w="773143" h="773316">
                <a:moveTo>
                  <a:pt x="185871" y="615126"/>
                </a:moveTo>
                <a:lnTo>
                  <a:pt x="160485" y="598815"/>
                </a:lnTo>
                <a:lnTo>
                  <a:pt x="136384" y="580821"/>
                </a:lnTo>
                <a:lnTo>
                  <a:pt x="113723" y="561210"/>
                </a:lnTo>
                <a:lnTo>
                  <a:pt x="92656" y="540044"/>
                </a:lnTo>
                <a:lnTo>
                  <a:pt x="73336" y="517390"/>
                </a:lnTo>
                <a:lnTo>
                  <a:pt x="55919" y="493311"/>
                </a:lnTo>
                <a:lnTo>
                  <a:pt x="40558" y="467874"/>
                </a:lnTo>
                <a:lnTo>
                  <a:pt x="27408" y="441142"/>
                </a:lnTo>
                <a:lnTo>
                  <a:pt x="16623" y="413179"/>
                </a:lnTo>
                <a:lnTo>
                  <a:pt x="8357" y="384052"/>
                </a:lnTo>
                <a:lnTo>
                  <a:pt x="2765" y="353825"/>
                </a:lnTo>
                <a:lnTo>
                  <a:pt x="0" y="322562"/>
                </a:lnTo>
                <a:lnTo>
                  <a:pt x="216" y="290328"/>
                </a:lnTo>
                <a:lnTo>
                  <a:pt x="2927" y="260259"/>
                </a:lnTo>
                <a:lnTo>
                  <a:pt x="7774" y="230395"/>
                </a:lnTo>
                <a:lnTo>
                  <a:pt x="14692" y="200890"/>
                </a:lnTo>
                <a:lnTo>
                  <a:pt x="23618" y="171898"/>
                </a:lnTo>
                <a:lnTo>
                  <a:pt x="34485" y="143575"/>
                </a:lnTo>
                <a:lnTo>
                  <a:pt x="47230" y="116075"/>
                </a:lnTo>
                <a:lnTo>
                  <a:pt x="61788" y="89551"/>
                </a:lnTo>
                <a:lnTo>
                  <a:pt x="78094" y="64158"/>
                </a:lnTo>
                <a:lnTo>
                  <a:pt x="96084" y="40051"/>
                </a:lnTo>
                <a:lnTo>
                  <a:pt x="115693" y="17383"/>
                </a:lnTo>
                <a:lnTo>
                  <a:pt x="136856" y="-3689"/>
                </a:lnTo>
                <a:lnTo>
                  <a:pt x="159509" y="-23014"/>
                </a:lnTo>
                <a:lnTo>
                  <a:pt x="183587" y="-40436"/>
                </a:lnTo>
                <a:lnTo>
                  <a:pt x="209025" y="-55801"/>
                </a:lnTo>
                <a:lnTo>
                  <a:pt x="235759" y="-68954"/>
                </a:lnTo>
                <a:lnTo>
                  <a:pt x="263725" y="-79741"/>
                </a:lnTo>
                <a:lnTo>
                  <a:pt x="292857" y="-88008"/>
                </a:lnTo>
                <a:lnTo>
                  <a:pt x="323091" y="-93600"/>
                </a:lnTo>
                <a:lnTo>
                  <a:pt x="354362" y="-96363"/>
                </a:lnTo>
                <a:lnTo>
                  <a:pt x="386606" y="-96143"/>
                </a:lnTo>
                <a:lnTo>
                  <a:pt x="418906" y="-93303"/>
                </a:lnTo>
                <a:lnTo>
                  <a:pt x="450211" y="-88359"/>
                </a:lnTo>
                <a:lnTo>
                  <a:pt x="480458" y="-81372"/>
                </a:lnTo>
                <a:lnTo>
                  <a:pt x="509586" y="-72404"/>
                </a:lnTo>
                <a:lnTo>
                  <a:pt x="537534" y="-61517"/>
                </a:lnTo>
                <a:lnTo>
                  <a:pt x="564239" y="-48771"/>
                </a:lnTo>
                <a:lnTo>
                  <a:pt x="589640" y="-34228"/>
                </a:lnTo>
                <a:lnTo>
                  <a:pt x="613676" y="-17951"/>
                </a:lnTo>
                <a:lnTo>
                  <a:pt x="605307" y="274797"/>
                </a:lnTo>
                <a:lnTo>
                  <a:pt x="603240" y="290328"/>
                </a:lnTo>
                <a:lnTo>
                  <a:pt x="597963" y="250728"/>
                </a:lnTo>
                <a:lnTo>
                  <a:pt x="587063" y="215274"/>
                </a:lnTo>
                <a:lnTo>
                  <a:pt x="571190" y="183971"/>
                </a:lnTo>
                <a:lnTo>
                  <a:pt x="550993" y="156823"/>
                </a:lnTo>
                <a:lnTo>
                  <a:pt x="527124" y="133832"/>
                </a:lnTo>
                <a:lnTo>
                  <a:pt x="500230" y="115003"/>
                </a:lnTo>
                <a:lnTo>
                  <a:pt x="470963" y="100339"/>
                </a:lnTo>
                <a:lnTo>
                  <a:pt x="439972" y="89843"/>
                </a:lnTo>
                <a:lnTo>
                  <a:pt x="407907" y="83519"/>
                </a:lnTo>
                <a:lnTo>
                  <a:pt x="375417" y="81371"/>
                </a:lnTo>
                <a:lnTo>
                  <a:pt x="343152" y="83402"/>
                </a:lnTo>
                <a:lnTo>
                  <a:pt x="311763" y="89615"/>
                </a:lnTo>
                <a:lnTo>
                  <a:pt x="281898" y="100015"/>
                </a:lnTo>
                <a:lnTo>
                  <a:pt x="254209" y="114605"/>
                </a:lnTo>
                <a:lnTo>
                  <a:pt x="229343" y="133388"/>
                </a:lnTo>
                <a:lnTo>
                  <a:pt x="207952" y="156368"/>
                </a:lnTo>
                <a:lnTo>
                  <a:pt x="190686" y="183548"/>
                </a:lnTo>
                <a:lnTo>
                  <a:pt x="178193" y="214933"/>
                </a:lnTo>
                <a:lnTo>
                  <a:pt x="171124" y="250525"/>
                </a:lnTo>
                <a:lnTo>
                  <a:pt x="170128" y="290328"/>
                </a:lnTo>
                <a:lnTo>
                  <a:pt x="175197" y="330102"/>
                </a:lnTo>
                <a:lnTo>
                  <a:pt x="185871" y="615126"/>
                </a:lnTo>
                <a:close/>
              </a:path>
              <a:path w="773143" h="773316">
                <a:moveTo>
                  <a:pt x="758371" y="196478"/>
                </a:moveTo>
                <a:lnTo>
                  <a:pt x="749918" y="228788"/>
                </a:lnTo>
                <a:lnTo>
                  <a:pt x="740163" y="221421"/>
                </a:lnTo>
                <a:lnTo>
                  <a:pt x="729300" y="215699"/>
                </a:lnTo>
                <a:lnTo>
                  <a:pt x="717583" y="211620"/>
                </a:lnTo>
                <a:lnTo>
                  <a:pt x="705268" y="209182"/>
                </a:lnTo>
                <a:lnTo>
                  <a:pt x="692610" y="208384"/>
                </a:lnTo>
                <a:lnTo>
                  <a:pt x="679864" y="371428"/>
                </a:lnTo>
                <a:lnTo>
                  <a:pt x="695176" y="516457"/>
                </a:lnTo>
                <a:lnTo>
                  <a:pt x="677171" y="540559"/>
                </a:lnTo>
                <a:lnTo>
                  <a:pt x="657548" y="563221"/>
                </a:lnTo>
                <a:lnTo>
                  <a:pt x="667284" y="368951"/>
                </a:lnTo>
                <a:lnTo>
                  <a:pt x="679863" y="209226"/>
                </a:lnTo>
                <a:lnTo>
                  <a:pt x="694929" y="63280"/>
                </a:lnTo>
                <a:lnTo>
                  <a:pt x="711212" y="87310"/>
                </a:lnTo>
                <a:lnTo>
                  <a:pt x="725759" y="112707"/>
                </a:lnTo>
                <a:lnTo>
                  <a:pt x="738509" y="139408"/>
                </a:lnTo>
                <a:lnTo>
                  <a:pt x="749400" y="167352"/>
                </a:lnTo>
                <a:lnTo>
                  <a:pt x="758371" y="196478"/>
                </a:lnTo>
                <a:close/>
              </a:path>
              <a:path w="773143" h="773316">
                <a:moveTo>
                  <a:pt x="676972" y="40677"/>
                </a:moveTo>
                <a:lnTo>
                  <a:pt x="667283" y="211704"/>
                </a:lnTo>
                <a:lnTo>
                  <a:pt x="655124" y="215820"/>
                </a:lnTo>
                <a:lnTo>
                  <a:pt x="643645" y="359088"/>
                </a:lnTo>
                <a:lnTo>
                  <a:pt x="633095" y="351705"/>
                </a:lnTo>
                <a:lnTo>
                  <a:pt x="643642" y="221569"/>
                </a:lnTo>
                <a:lnTo>
                  <a:pt x="657404" y="19563"/>
                </a:lnTo>
                <a:lnTo>
                  <a:pt x="676972" y="40677"/>
                </a:lnTo>
                <a:close/>
              </a:path>
              <a:path w="773143" h="773316">
                <a:moveTo>
                  <a:pt x="643642" y="221569"/>
                </a:moveTo>
                <a:lnTo>
                  <a:pt x="633095" y="351705"/>
                </a:lnTo>
                <a:lnTo>
                  <a:pt x="633092" y="228953"/>
                </a:lnTo>
                <a:lnTo>
                  <a:pt x="636284" y="0"/>
                </a:lnTo>
                <a:lnTo>
                  <a:pt x="657404" y="19563"/>
                </a:lnTo>
                <a:lnTo>
                  <a:pt x="643642" y="221569"/>
                </a:lnTo>
                <a:close/>
              </a:path>
              <a:path w="773143" h="773316">
                <a:moveTo>
                  <a:pt x="769981" y="319887"/>
                </a:moveTo>
                <a:lnTo>
                  <a:pt x="770884" y="315343"/>
                </a:lnTo>
                <a:lnTo>
                  <a:pt x="770428" y="320394"/>
                </a:lnTo>
                <a:lnTo>
                  <a:pt x="765574" y="350255"/>
                </a:lnTo>
                <a:lnTo>
                  <a:pt x="765081" y="332193"/>
                </a:lnTo>
                <a:lnTo>
                  <a:pt x="765083" y="248458"/>
                </a:lnTo>
                <a:lnTo>
                  <a:pt x="769983" y="260765"/>
                </a:lnTo>
                <a:lnTo>
                  <a:pt x="770884" y="315343"/>
                </a:lnTo>
                <a:lnTo>
                  <a:pt x="769981" y="319887"/>
                </a:lnTo>
                <a:close/>
              </a:path>
              <a:path w="773143" h="773316">
                <a:moveTo>
                  <a:pt x="765081" y="332193"/>
                </a:moveTo>
                <a:lnTo>
                  <a:pt x="765574" y="350255"/>
                </a:lnTo>
                <a:lnTo>
                  <a:pt x="758646" y="379755"/>
                </a:lnTo>
                <a:lnTo>
                  <a:pt x="758307" y="342851"/>
                </a:lnTo>
                <a:lnTo>
                  <a:pt x="758310" y="237800"/>
                </a:lnTo>
                <a:lnTo>
                  <a:pt x="765083" y="248458"/>
                </a:lnTo>
                <a:lnTo>
                  <a:pt x="765081" y="332193"/>
                </a:lnTo>
                <a:close/>
              </a:path>
              <a:path w="773143" h="773316">
                <a:moveTo>
                  <a:pt x="615809" y="332043"/>
                </a:moveTo>
                <a:lnTo>
                  <a:pt x="623731" y="342689"/>
                </a:lnTo>
                <a:lnTo>
                  <a:pt x="636371" y="584289"/>
                </a:lnTo>
                <a:lnTo>
                  <a:pt x="613706" y="603609"/>
                </a:lnTo>
                <a:lnTo>
                  <a:pt x="609583" y="319766"/>
                </a:lnTo>
                <a:lnTo>
                  <a:pt x="615807" y="248616"/>
                </a:lnTo>
                <a:lnTo>
                  <a:pt x="623729" y="237969"/>
                </a:lnTo>
                <a:lnTo>
                  <a:pt x="623731" y="342689"/>
                </a:lnTo>
                <a:lnTo>
                  <a:pt x="615809" y="332043"/>
                </a:lnTo>
                <a:close/>
              </a:path>
              <a:path w="773143" h="773316">
                <a:moveTo>
                  <a:pt x="609583" y="319766"/>
                </a:moveTo>
                <a:lnTo>
                  <a:pt x="613706" y="603609"/>
                </a:lnTo>
                <a:lnTo>
                  <a:pt x="605309" y="305861"/>
                </a:lnTo>
                <a:lnTo>
                  <a:pt x="609581" y="260892"/>
                </a:lnTo>
                <a:lnTo>
                  <a:pt x="615807" y="248616"/>
                </a:lnTo>
                <a:lnTo>
                  <a:pt x="609583" y="319766"/>
                </a:lnTo>
                <a:close/>
              </a:path>
              <a:path w="773143" h="773316">
                <a:moveTo>
                  <a:pt x="242031" y="447320"/>
                </a:moveTo>
                <a:lnTo>
                  <a:pt x="267469" y="466157"/>
                </a:lnTo>
                <a:lnTo>
                  <a:pt x="295235" y="480807"/>
                </a:lnTo>
                <a:lnTo>
                  <a:pt x="324747" y="491270"/>
                </a:lnTo>
                <a:lnTo>
                  <a:pt x="355423" y="497547"/>
                </a:lnTo>
                <a:lnTo>
                  <a:pt x="386681" y="499637"/>
                </a:lnTo>
                <a:lnTo>
                  <a:pt x="417939" y="497541"/>
                </a:lnTo>
                <a:lnTo>
                  <a:pt x="448615" y="491259"/>
                </a:lnTo>
                <a:lnTo>
                  <a:pt x="478127" y="480792"/>
                </a:lnTo>
                <a:lnTo>
                  <a:pt x="505894" y="466138"/>
                </a:lnTo>
                <a:lnTo>
                  <a:pt x="531332" y="447299"/>
                </a:lnTo>
                <a:lnTo>
                  <a:pt x="553861" y="424275"/>
                </a:lnTo>
                <a:lnTo>
                  <a:pt x="572898" y="397066"/>
                </a:lnTo>
                <a:lnTo>
                  <a:pt x="587862" y="365671"/>
                </a:lnTo>
                <a:lnTo>
                  <a:pt x="598170" y="330092"/>
                </a:lnTo>
                <a:lnTo>
                  <a:pt x="603240" y="290328"/>
                </a:lnTo>
                <a:lnTo>
                  <a:pt x="605307" y="274797"/>
                </a:lnTo>
                <a:lnTo>
                  <a:pt x="613676" y="-17951"/>
                </a:lnTo>
                <a:lnTo>
                  <a:pt x="636284" y="0"/>
                </a:lnTo>
                <a:lnTo>
                  <a:pt x="633092" y="228953"/>
                </a:lnTo>
                <a:lnTo>
                  <a:pt x="633095" y="351705"/>
                </a:lnTo>
                <a:lnTo>
                  <a:pt x="643645" y="359088"/>
                </a:lnTo>
                <a:lnTo>
                  <a:pt x="655126" y="364837"/>
                </a:lnTo>
                <a:lnTo>
                  <a:pt x="667283" y="211704"/>
                </a:lnTo>
                <a:lnTo>
                  <a:pt x="676972" y="40677"/>
                </a:lnTo>
                <a:lnTo>
                  <a:pt x="694929" y="63280"/>
                </a:lnTo>
                <a:lnTo>
                  <a:pt x="679863" y="209226"/>
                </a:lnTo>
                <a:lnTo>
                  <a:pt x="667284" y="368951"/>
                </a:lnTo>
                <a:lnTo>
                  <a:pt x="657548" y="563221"/>
                </a:lnTo>
                <a:lnTo>
                  <a:pt x="636371" y="584289"/>
                </a:lnTo>
                <a:lnTo>
                  <a:pt x="623731" y="342689"/>
                </a:lnTo>
                <a:lnTo>
                  <a:pt x="623729" y="237969"/>
                </a:lnTo>
                <a:lnTo>
                  <a:pt x="615807" y="248616"/>
                </a:lnTo>
                <a:lnTo>
                  <a:pt x="609581" y="260892"/>
                </a:lnTo>
                <a:lnTo>
                  <a:pt x="605309" y="305861"/>
                </a:lnTo>
                <a:lnTo>
                  <a:pt x="613706" y="603609"/>
                </a:lnTo>
                <a:lnTo>
                  <a:pt x="589618" y="621026"/>
                </a:lnTo>
                <a:lnTo>
                  <a:pt x="564171" y="636388"/>
                </a:lnTo>
                <a:lnTo>
                  <a:pt x="537430" y="649539"/>
                </a:lnTo>
                <a:lnTo>
                  <a:pt x="509462" y="660325"/>
                </a:lnTo>
                <a:lnTo>
                  <a:pt x="480330" y="668592"/>
                </a:lnTo>
                <a:lnTo>
                  <a:pt x="450100" y="674186"/>
                </a:lnTo>
                <a:lnTo>
                  <a:pt x="418837" y="676952"/>
                </a:lnTo>
                <a:lnTo>
                  <a:pt x="386606" y="676736"/>
                </a:lnTo>
                <a:lnTo>
                  <a:pt x="356541" y="674020"/>
                </a:lnTo>
                <a:lnTo>
                  <a:pt x="326682" y="669167"/>
                </a:lnTo>
                <a:lnTo>
                  <a:pt x="297183" y="662243"/>
                </a:lnTo>
                <a:lnTo>
                  <a:pt x="268198" y="653312"/>
                </a:lnTo>
                <a:lnTo>
                  <a:pt x="239881" y="642439"/>
                </a:lnTo>
                <a:lnTo>
                  <a:pt x="212388" y="629689"/>
                </a:lnTo>
                <a:lnTo>
                  <a:pt x="185871" y="615126"/>
                </a:lnTo>
                <a:lnTo>
                  <a:pt x="175197" y="330102"/>
                </a:lnTo>
                <a:lnTo>
                  <a:pt x="185504" y="365687"/>
                </a:lnTo>
                <a:lnTo>
                  <a:pt x="200466" y="397085"/>
                </a:lnTo>
                <a:lnTo>
                  <a:pt x="219503" y="424296"/>
                </a:lnTo>
                <a:lnTo>
                  <a:pt x="242031" y="447320"/>
                </a:lnTo>
                <a:close/>
              </a:path>
              <a:path w="773143" h="773316">
                <a:moveTo>
                  <a:pt x="773143" y="290328"/>
                </a:moveTo>
                <a:lnTo>
                  <a:pt x="772753" y="305933"/>
                </a:lnTo>
                <a:lnTo>
                  <a:pt x="770884" y="315343"/>
                </a:lnTo>
                <a:lnTo>
                  <a:pt x="769983" y="260765"/>
                </a:lnTo>
                <a:lnTo>
                  <a:pt x="765083" y="248458"/>
                </a:lnTo>
                <a:lnTo>
                  <a:pt x="758310" y="237800"/>
                </a:lnTo>
                <a:lnTo>
                  <a:pt x="758307" y="342851"/>
                </a:lnTo>
                <a:lnTo>
                  <a:pt x="758646" y="379755"/>
                </a:lnTo>
                <a:lnTo>
                  <a:pt x="749709" y="408741"/>
                </a:lnTo>
                <a:lnTo>
                  <a:pt x="738829" y="437058"/>
                </a:lnTo>
                <a:lnTo>
                  <a:pt x="726070" y="464553"/>
                </a:lnTo>
                <a:lnTo>
                  <a:pt x="711497" y="491071"/>
                </a:lnTo>
                <a:lnTo>
                  <a:pt x="695176" y="516457"/>
                </a:lnTo>
                <a:lnTo>
                  <a:pt x="679864" y="371428"/>
                </a:lnTo>
                <a:lnTo>
                  <a:pt x="692610" y="372269"/>
                </a:lnTo>
                <a:lnTo>
                  <a:pt x="705267" y="371470"/>
                </a:lnTo>
                <a:lnTo>
                  <a:pt x="717582" y="369031"/>
                </a:lnTo>
                <a:lnTo>
                  <a:pt x="729298" y="364951"/>
                </a:lnTo>
                <a:lnTo>
                  <a:pt x="740161" y="359229"/>
                </a:lnTo>
                <a:lnTo>
                  <a:pt x="749916" y="351862"/>
                </a:lnTo>
                <a:lnTo>
                  <a:pt x="749918" y="228788"/>
                </a:lnTo>
                <a:lnTo>
                  <a:pt x="758371" y="196478"/>
                </a:lnTo>
                <a:lnTo>
                  <a:pt x="765359" y="226723"/>
                </a:lnTo>
                <a:lnTo>
                  <a:pt x="770304" y="258027"/>
                </a:lnTo>
                <a:lnTo>
                  <a:pt x="770990" y="265836"/>
                </a:lnTo>
                <a:lnTo>
                  <a:pt x="772755" y="274721"/>
                </a:lnTo>
                <a:lnTo>
                  <a:pt x="773143" y="290328"/>
                </a:lnTo>
                <a:close/>
              </a:path>
            </a:pathLst>
          </a:custGeom>
          <a:solidFill>
            <a:srgbClr val="E3E3E3"/>
          </a:solidFill>
        </p:spPr>
        <p:txBody>
          <a:bodyPr wrap="square" lIns="0" tIns="0" rIns="0" bIns="0" rtlCol="0">
            <a:noAutofit/>
          </a:bodyPr>
          <a:lstStyle/>
          <a:p>
            <a:endParaRPr/>
          </a:p>
        </p:txBody>
      </p:sp>
      <p:sp>
        <p:nvSpPr>
          <p:cNvPr id="16" name="object 16"/>
          <p:cNvSpPr/>
          <p:nvPr/>
        </p:nvSpPr>
        <p:spPr>
          <a:xfrm>
            <a:off x="7029934" y="802203"/>
            <a:ext cx="90345" cy="941474"/>
          </a:xfrm>
          <a:custGeom>
            <a:avLst/>
            <a:gdLst/>
            <a:ahLst/>
            <a:cxnLst/>
            <a:rect l="l" t="t" r="r" b="b"/>
            <a:pathLst>
              <a:path w="90345" h="941474">
                <a:moveTo>
                  <a:pt x="80845" y="0"/>
                </a:moveTo>
                <a:lnTo>
                  <a:pt x="14115" y="0"/>
                </a:lnTo>
                <a:lnTo>
                  <a:pt x="14115" y="941474"/>
                </a:lnTo>
                <a:lnTo>
                  <a:pt x="80845" y="941474"/>
                </a:lnTo>
                <a:lnTo>
                  <a:pt x="80845" y="0"/>
                </a:lnTo>
                <a:close/>
              </a:path>
            </a:pathLst>
          </a:custGeom>
          <a:solidFill>
            <a:srgbClr val="FFFFFF"/>
          </a:solidFill>
        </p:spPr>
        <p:txBody>
          <a:bodyPr wrap="square" lIns="0" tIns="0" rIns="0" bIns="0" rtlCol="0">
            <a:noAutofit/>
          </a:bodyPr>
          <a:lstStyle/>
          <a:p>
            <a:endParaRPr/>
          </a:p>
        </p:txBody>
      </p:sp>
      <p:sp>
        <p:nvSpPr>
          <p:cNvPr id="11" name="object 11"/>
          <p:cNvSpPr/>
          <p:nvPr/>
        </p:nvSpPr>
        <p:spPr>
          <a:xfrm>
            <a:off x="-2387600" y="-9081381"/>
            <a:ext cx="21002868" cy="21002868"/>
          </a:xfrm>
          <a:custGeom>
            <a:avLst/>
            <a:gdLst/>
            <a:ahLst/>
            <a:cxnLst/>
            <a:rect l="l" t="t" r="r" b="b"/>
            <a:pathLst>
              <a:path w="21002868" h="21002868">
                <a:moveTo>
                  <a:pt x="9972278" y="9129019"/>
                </a:moveTo>
                <a:lnTo>
                  <a:pt x="7361944" y="9129019"/>
                </a:lnTo>
                <a:lnTo>
                  <a:pt x="9972278" y="15814414"/>
                </a:lnTo>
                <a:lnTo>
                  <a:pt x="9972278" y="9129019"/>
                </a:lnTo>
                <a:close/>
              </a:path>
            </a:pathLst>
          </a:custGeom>
          <a:solidFill>
            <a:srgbClr val="C83A2D"/>
          </a:solidFill>
        </p:spPr>
        <p:txBody>
          <a:bodyPr wrap="square" lIns="0" tIns="0" rIns="0" bIns="0" rtlCol="0">
            <a:noAutofit/>
          </a:bodyPr>
          <a:lstStyle/>
          <a:p>
            <a:endParaRPr/>
          </a:p>
        </p:txBody>
      </p:sp>
      <p:sp>
        <p:nvSpPr>
          <p:cNvPr id="10" name="object 10"/>
          <p:cNvSpPr/>
          <p:nvPr/>
        </p:nvSpPr>
        <p:spPr>
          <a:xfrm>
            <a:off x="-2707248" y="4051919"/>
            <a:ext cx="12983946" cy="12983946"/>
          </a:xfrm>
          <a:custGeom>
            <a:avLst/>
            <a:gdLst/>
            <a:ahLst/>
            <a:cxnLst/>
            <a:rect l="l" t="t" r="r" b="b"/>
            <a:pathLst>
              <a:path w="12983946" h="12983946">
                <a:moveTo>
                  <a:pt x="10270098" y="6426067"/>
                </a:moveTo>
                <a:lnTo>
                  <a:pt x="2707248" y="6426067"/>
                </a:lnTo>
                <a:lnTo>
                  <a:pt x="2707248" y="6559529"/>
                </a:lnTo>
                <a:lnTo>
                  <a:pt x="10270098" y="6559529"/>
                </a:lnTo>
                <a:lnTo>
                  <a:pt x="10270098" y="6426067"/>
                </a:lnTo>
                <a:close/>
              </a:path>
            </a:pathLst>
          </a:custGeom>
          <a:solidFill>
            <a:srgbClr val="C83A2D"/>
          </a:solidFill>
        </p:spPr>
        <p:txBody>
          <a:bodyPr wrap="square" lIns="0" tIns="0" rIns="0" bIns="0" rtlCol="0">
            <a:noAutofit/>
          </a:bodyPr>
          <a:lstStyle/>
          <a:p>
            <a:endParaRPr/>
          </a:p>
        </p:txBody>
      </p:sp>
      <p:sp>
        <p:nvSpPr>
          <p:cNvPr id="2" name="object 2"/>
          <p:cNvSpPr txBox="1"/>
          <p:nvPr/>
        </p:nvSpPr>
        <p:spPr>
          <a:xfrm>
            <a:off x="7044049" y="802203"/>
            <a:ext cx="66730" cy="941474"/>
          </a:xfrm>
          <a:prstGeom prst="rect">
            <a:avLst/>
          </a:prstGeom>
        </p:spPr>
        <p:txBody>
          <a:bodyPr wrap="square" lIns="0" tIns="0" rIns="0" bIns="0" rtlCol="0">
            <a:noAutofit/>
          </a:bodyPr>
          <a:lstStyle/>
          <a:p>
            <a:pPr marL="25400">
              <a:lnSpc>
                <a:spcPts val="1000"/>
              </a:lnSpc>
            </a:pPr>
            <a:endParaRPr sz="1000"/>
          </a:p>
        </p:txBody>
      </p:sp>
      <p:pic>
        <p:nvPicPr>
          <p:cNvPr id="19" name="Picture 18">
            <a:extLst>
              <a:ext uri="{FF2B5EF4-FFF2-40B4-BE49-F238E27FC236}">
                <a16:creationId xmlns:a16="http://schemas.microsoft.com/office/drawing/2014/main" id="{6F95CE7D-D438-491D-8177-71C9DE946AD0}"/>
              </a:ext>
            </a:extLst>
          </p:cNvPr>
          <p:cNvPicPr>
            <a:picLocks noChangeAspect="1"/>
          </p:cNvPicPr>
          <p:nvPr/>
        </p:nvPicPr>
        <p:blipFill>
          <a:blip r:embed="rId2"/>
          <a:stretch>
            <a:fillRect/>
          </a:stretch>
        </p:blipFill>
        <p:spPr>
          <a:xfrm>
            <a:off x="306804" y="2060884"/>
            <a:ext cx="3333750" cy="1485900"/>
          </a:xfrm>
          <a:prstGeom prst="rect">
            <a:avLst/>
          </a:prstGeom>
        </p:spPr>
      </p:pic>
      <p:pic>
        <p:nvPicPr>
          <p:cNvPr id="21" name="Picture 20">
            <a:extLst>
              <a:ext uri="{FF2B5EF4-FFF2-40B4-BE49-F238E27FC236}">
                <a16:creationId xmlns:a16="http://schemas.microsoft.com/office/drawing/2014/main" id="{2DAFB2AC-7371-4C01-A67C-5809A9AB66D3}"/>
              </a:ext>
            </a:extLst>
          </p:cNvPr>
          <p:cNvPicPr>
            <a:picLocks noChangeAspect="1"/>
          </p:cNvPicPr>
          <p:nvPr/>
        </p:nvPicPr>
        <p:blipFill>
          <a:blip r:embed="rId3"/>
          <a:stretch>
            <a:fillRect/>
          </a:stretch>
        </p:blipFill>
        <p:spPr>
          <a:xfrm>
            <a:off x="2997540" y="3669717"/>
            <a:ext cx="1809750" cy="666750"/>
          </a:xfrm>
          <a:prstGeom prst="rect">
            <a:avLst/>
          </a:prstGeom>
        </p:spPr>
      </p:pic>
      <p:pic>
        <p:nvPicPr>
          <p:cNvPr id="23" name="Picture 22">
            <a:extLst>
              <a:ext uri="{FF2B5EF4-FFF2-40B4-BE49-F238E27FC236}">
                <a16:creationId xmlns:a16="http://schemas.microsoft.com/office/drawing/2014/main" id="{C3627896-631B-4634-9086-D38731D1744E}"/>
              </a:ext>
            </a:extLst>
          </p:cNvPr>
          <p:cNvPicPr>
            <a:picLocks noChangeAspect="1"/>
          </p:cNvPicPr>
          <p:nvPr/>
        </p:nvPicPr>
        <p:blipFill>
          <a:blip r:embed="rId4"/>
          <a:stretch>
            <a:fillRect/>
          </a:stretch>
        </p:blipFill>
        <p:spPr>
          <a:xfrm>
            <a:off x="3002620" y="4262191"/>
            <a:ext cx="3086100" cy="628650"/>
          </a:xfrm>
          <a:prstGeom prst="rect">
            <a:avLst/>
          </a:prstGeom>
        </p:spPr>
      </p:pic>
      <p:pic>
        <p:nvPicPr>
          <p:cNvPr id="25" name="Picture 24">
            <a:extLst>
              <a:ext uri="{FF2B5EF4-FFF2-40B4-BE49-F238E27FC236}">
                <a16:creationId xmlns:a16="http://schemas.microsoft.com/office/drawing/2014/main" id="{CA8F1EE4-91A5-48FD-89FD-33F34E21A9CE}"/>
              </a:ext>
            </a:extLst>
          </p:cNvPr>
          <p:cNvPicPr>
            <a:picLocks noChangeAspect="1"/>
          </p:cNvPicPr>
          <p:nvPr/>
        </p:nvPicPr>
        <p:blipFill rotWithShape="1">
          <a:blip r:embed="rId5"/>
          <a:srcRect t="8301"/>
          <a:stretch/>
        </p:blipFill>
        <p:spPr>
          <a:xfrm>
            <a:off x="2916895" y="4900117"/>
            <a:ext cx="3171825" cy="1537249"/>
          </a:xfrm>
          <a:prstGeom prst="rect">
            <a:avLst/>
          </a:prstGeom>
        </p:spPr>
      </p:pic>
      <p:pic>
        <p:nvPicPr>
          <p:cNvPr id="31" name="Picture 30">
            <a:extLst>
              <a:ext uri="{FF2B5EF4-FFF2-40B4-BE49-F238E27FC236}">
                <a16:creationId xmlns:a16="http://schemas.microsoft.com/office/drawing/2014/main" id="{8D1E10CA-AE4A-4549-8B81-1CA2B38E55F6}"/>
              </a:ext>
            </a:extLst>
          </p:cNvPr>
          <p:cNvPicPr>
            <a:picLocks noChangeAspect="1"/>
          </p:cNvPicPr>
          <p:nvPr/>
        </p:nvPicPr>
        <p:blipFill>
          <a:blip r:embed="rId6"/>
          <a:stretch>
            <a:fillRect/>
          </a:stretch>
        </p:blipFill>
        <p:spPr>
          <a:xfrm>
            <a:off x="359324" y="596127"/>
            <a:ext cx="3448050" cy="1724025"/>
          </a:xfrm>
          <a:prstGeom prst="rect">
            <a:avLst/>
          </a:prstGeom>
        </p:spPr>
      </p:pic>
      <p:pic>
        <p:nvPicPr>
          <p:cNvPr id="7" name="Picture 6">
            <a:extLst>
              <a:ext uri="{FF2B5EF4-FFF2-40B4-BE49-F238E27FC236}">
                <a16:creationId xmlns:a16="http://schemas.microsoft.com/office/drawing/2014/main" id="{E254BDBF-1F86-437C-AE19-0319CE0689DE}"/>
              </a:ext>
            </a:extLst>
          </p:cNvPr>
          <p:cNvPicPr>
            <a:picLocks noChangeAspect="1"/>
          </p:cNvPicPr>
          <p:nvPr/>
        </p:nvPicPr>
        <p:blipFill>
          <a:blip r:embed="rId7"/>
          <a:stretch>
            <a:fillRect/>
          </a:stretch>
        </p:blipFill>
        <p:spPr>
          <a:xfrm>
            <a:off x="266700" y="7943850"/>
            <a:ext cx="3619500" cy="1552575"/>
          </a:xfrm>
          <a:prstGeom prst="rect">
            <a:avLst/>
          </a:prstGeom>
        </p:spPr>
      </p:pic>
      <p:pic>
        <p:nvPicPr>
          <p:cNvPr id="17" name="Picture 16">
            <a:extLst>
              <a:ext uri="{FF2B5EF4-FFF2-40B4-BE49-F238E27FC236}">
                <a16:creationId xmlns:a16="http://schemas.microsoft.com/office/drawing/2014/main" id="{DDEFEED3-422C-4961-948E-FCF282E34A22}"/>
              </a:ext>
            </a:extLst>
          </p:cNvPr>
          <p:cNvPicPr>
            <a:picLocks noChangeAspect="1"/>
          </p:cNvPicPr>
          <p:nvPr/>
        </p:nvPicPr>
        <p:blipFill>
          <a:blip r:embed="rId8"/>
          <a:stretch>
            <a:fillRect/>
          </a:stretch>
        </p:blipFill>
        <p:spPr>
          <a:xfrm>
            <a:off x="5828751" y="67489"/>
            <a:ext cx="1706747" cy="171851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advTm="7152">
        <p14:reveal/>
      </p:transition>
    </mc:Choice>
    <mc:Fallback xmlns="">
      <p:transition spd="slow" advTm="7152">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68767C-74E7-4209-82A9-8900BE6FDD0E}"/>
              </a:ext>
            </a:extLst>
          </p:cNvPr>
          <p:cNvPicPr>
            <a:picLocks noChangeAspect="1"/>
          </p:cNvPicPr>
          <p:nvPr/>
        </p:nvPicPr>
        <p:blipFill>
          <a:blip r:embed="rId2"/>
          <a:stretch>
            <a:fillRect/>
          </a:stretch>
        </p:blipFill>
        <p:spPr>
          <a:xfrm>
            <a:off x="0" y="-6350"/>
            <a:ext cx="7569200" cy="10922000"/>
          </a:xfrm>
          <a:prstGeom prst="rect">
            <a:avLst/>
          </a:prstGeom>
        </p:spPr>
      </p:pic>
    </p:spTree>
    <p:extLst>
      <p:ext uri="{BB962C8B-B14F-4D97-AF65-F5344CB8AC3E}">
        <p14:creationId xmlns:p14="http://schemas.microsoft.com/office/powerpoint/2010/main" val="414255626"/>
      </p:ext>
    </p:extLst>
  </p:cSld>
  <p:clrMapOvr>
    <a:masterClrMapping/>
  </p:clrMapOvr>
  <mc:AlternateContent xmlns:mc="http://schemas.openxmlformats.org/markup-compatibility/2006" xmlns:p14="http://schemas.microsoft.com/office/powerpoint/2010/main">
    <mc:Choice Requires="p14">
      <p:transition spd="slow" p14:dur="1200" advTm="4537">
        <p14:prism/>
      </p:transition>
    </mc:Choice>
    <mc:Fallback xmlns="">
      <p:transition spd="slow" advTm="4537">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6625040" y="2185856"/>
            <a:ext cx="1741724" cy="1869412"/>
          </a:xfrm>
          <a:custGeom>
            <a:avLst/>
            <a:gdLst/>
            <a:ahLst/>
            <a:cxnLst/>
            <a:rect l="l" t="t" r="r" b="b"/>
            <a:pathLst>
              <a:path w="1741724" h="1869412">
                <a:moveTo>
                  <a:pt x="937809" y="1668729"/>
                </a:moveTo>
                <a:lnTo>
                  <a:pt x="937809" y="53015"/>
                </a:lnTo>
                <a:lnTo>
                  <a:pt x="0" y="783295"/>
                </a:lnTo>
                <a:lnTo>
                  <a:pt x="425121" y="1869405"/>
                </a:lnTo>
                <a:lnTo>
                  <a:pt x="937809" y="1668729"/>
                </a:lnTo>
                <a:close/>
              </a:path>
            </a:pathLst>
          </a:custGeom>
          <a:solidFill>
            <a:srgbClr val="E3E3E3"/>
          </a:solidFill>
        </p:spPr>
        <p:txBody>
          <a:bodyPr wrap="square" lIns="0" tIns="0" rIns="0" bIns="0" rtlCol="0">
            <a:noAutofit/>
          </a:bodyPr>
          <a:lstStyle/>
          <a:p>
            <a:endParaRPr/>
          </a:p>
        </p:txBody>
      </p:sp>
      <p:sp>
        <p:nvSpPr>
          <p:cNvPr id="8" name="object 8"/>
          <p:cNvSpPr/>
          <p:nvPr/>
        </p:nvSpPr>
        <p:spPr>
          <a:xfrm>
            <a:off x="7029934" y="802206"/>
            <a:ext cx="90345" cy="941474"/>
          </a:xfrm>
          <a:custGeom>
            <a:avLst/>
            <a:gdLst/>
            <a:ahLst/>
            <a:cxnLst/>
            <a:rect l="l" t="t" r="r" b="b"/>
            <a:pathLst>
              <a:path w="90345" h="941474">
                <a:moveTo>
                  <a:pt x="80845" y="0"/>
                </a:moveTo>
                <a:lnTo>
                  <a:pt x="14115" y="0"/>
                </a:lnTo>
                <a:lnTo>
                  <a:pt x="14115" y="941474"/>
                </a:lnTo>
                <a:lnTo>
                  <a:pt x="80845" y="941474"/>
                </a:lnTo>
                <a:lnTo>
                  <a:pt x="80845" y="0"/>
                </a:lnTo>
                <a:close/>
              </a:path>
            </a:pathLst>
          </a:custGeom>
          <a:solidFill>
            <a:srgbClr val="FFFFFF"/>
          </a:solidFill>
        </p:spPr>
        <p:txBody>
          <a:bodyPr wrap="square" lIns="0" tIns="0" rIns="0" bIns="0" rtlCol="0">
            <a:noAutofit/>
          </a:bodyPr>
          <a:lstStyle/>
          <a:p>
            <a:endParaRPr/>
          </a:p>
        </p:txBody>
      </p:sp>
      <p:sp>
        <p:nvSpPr>
          <p:cNvPr id="2" name="object 2"/>
          <p:cNvSpPr txBox="1"/>
          <p:nvPr/>
        </p:nvSpPr>
        <p:spPr>
          <a:xfrm>
            <a:off x="7044049" y="802206"/>
            <a:ext cx="66730" cy="941474"/>
          </a:xfrm>
          <a:prstGeom prst="rect">
            <a:avLst/>
          </a:prstGeom>
        </p:spPr>
        <p:txBody>
          <a:bodyPr wrap="square" lIns="0" tIns="0" rIns="0" bIns="0" rtlCol="0">
            <a:noAutofit/>
          </a:bodyPr>
          <a:lstStyle/>
          <a:p>
            <a:pPr marL="25400">
              <a:lnSpc>
                <a:spcPts val="1000"/>
              </a:lnSpc>
            </a:pPr>
            <a:endParaRPr sz="1000"/>
          </a:p>
        </p:txBody>
      </p:sp>
      <p:sp>
        <p:nvSpPr>
          <p:cNvPr id="11" name="object 11"/>
          <p:cNvSpPr/>
          <p:nvPr/>
        </p:nvSpPr>
        <p:spPr>
          <a:xfrm>
            <a:off x="6145754" y="553310"/>
            <a:ext cx="1485176" cy="2415832"/>
          </a:xfrm>
          <a:custGeom>
            <a:avLst/>
            <a:gdLst/>
            <a:ahLst/>
            <a:cxnLst/>
            <a:rect l="l" t="t" r="r" b="b"/>
            <a:pathLst>
              <a:path w="1485176" h="2415832">
                <a:moveTo>
                  <a:pt x="1417095" y="1685552"/>
                </a:moveTo>
                <a:lnTo>
                  <a:pt x="1417095" y="1507317"/>
                </a:lnTo>
                <a:lnTo>
                  <a:pt x="597576" y="0"/>
                </a:lnTo>
                <a:lnTo>
                  <a:pt x="0" y="1191342"/>
                </a:lnTo>
                <a:lnTo>
                  <a:pt x="479286" y="2415832"/>
                </a:lnTo>
                <a:lnTo>
                  <a:pt x="1417095" y="1685552"/>
                </a:lnTo>
                <a:close/>
              </a:path>
            </a:pathLst>
          </a:custGeom>
          <a:solidFill>
            <a:srgbClr val="E3E3E3"/>
          </a:solidFill>
        </p:spPr>
        <p:txBody>
          <a:bodyPr wrap="square" lIns="0" tIns="0" rIns="0" bIns="0" rtlCol="0">
            <a:noAutofit/>
          </a:bodyPr>
          <a:lstStyle/>
          <a:p>
            <a:endParaRPr/>
          </a:p>
        </p:txBody>
      </p:sp>
      <p:sp>
        <p:nvSpPr>
          <p:cNvPr id="4" name="object 4"/>
          <p:cNvSpPr/>
          <p:nvPr/>
        </p:nvSpPr>
        <p:spPr>
          <a:xfrm>
            <a:off x="-1974043" y="-9329857"/>
            <a:ext cx="21002868" cy="21002868"/>
          </a:xfrm>
          <a:custGeom>
            <a:avLst/>
            <a:gdLst/>
            <a:ahLst/>
            <a:cxnLst/>
            <a:rect l="l" t="t" r="r" b="b"/>
            <a:pathLst>
              <a:path w="21002868" h="21002868">
                <a:moveTo>
                  <a:pt x="9554154" y="9332991"/>
                </a:moveTo>
                <a:lnTo>
                  <a:pt x="7441587" y="9332991"/>
                </a:lnTo>
                <a:lnTo>
                  <a:pt x="9554154" y="14743542"/>
                </a:lnTo>
                <a:lnTo>
                  <a:pt x="9554154" y="9332991"/>
                </a:lnTo>
                <a:close/>
              </a:path>
            </a:pathLst>
          </a:custGeom>
          <a:solidFill>
            <a:srgbClr val="C83A2D"/>
          </a:solidFill>
        </p:spPr>
        <p:txBody>
          <a:bodyPr wrap="square" lIns="0" tIns="0" rIns="0" bIns="0" rtlCol="0">
            <a:noAutofit/>
          </a:bodyPr>
          <a:lstStyle/>
          <a:p>
            <a:endParaRPr/>
          </a:p>
        </p:txBody>
      </p:sp>
      <p:sp>
        <p:nvSpPr>
          <p:cNvPr id="6" name="object 6"/>
          <p:cNvSpPr/>
          <p:nvPr/>
        </p:nvSpPr>
        <p:spPr>
          <a:xfrm>
            <a:off x="-2451043" y="-2099776"/>
            <a:ext cx="3660671" cy="3660579"/>
          </a:xfrm>
          <a:custGeom>
            <a:avLst/>
            <a:gdLst/>
            <a:ahLst/>
            <a:cxnLst/>
            <a:rect l="l" t="t" r="r" b="b"/>
            <a:pathLst>
              <a:path w="3660671" h="3660579">
                <a:moveTo>
                  <a:pt x="2542191" y="3516532"/>
                </a:moveTo>
                <a:lnTo>
                  <a:pt x="2670847" y="3455999"/>
                </a:lnTo>
                <a:lnTo>
                  <a:pt x="2793833" y="3385999"/>
                </a:lnTo>
                <a:lnTo>
                  <a:pt x="2910673" y="3307006"/>
                </a:lnTo>
                <a:lnTo>
                  <a:pt x="3020894" y="3219496"/>
                </a:lnTo>
                <a:lnTo>
                  <a:pt x="3124020" y="3123943"/>
                </a:lnTo>
                <a:lnTo>
                  <a:pt x="3219576" y="3020821"/>
                </a:lnTo>
                <a:lnTo>
                  <a:pt x="3307089" y="2910605"/>
                </a:lnTo>
                <a:lnTo>
                  <a:pt x="3386084" y="2793771"/>
                </a:lnTo>
                <a:lnTo>
                  <a:pt x="3456086" y="2670791"/>
                </a:lnTo>
                <a:lnTo>
                  <a:pt x="3516621" y="2542142"/>
                </a:lnTo>
                <a:lnTo>
                  <a:pt x="3567213" y="2408297"/>
                </a:lnTo>
                <a:lnTo>
                  <a:pt x="3607389" y="2269732"/>
                </a:lnTo>
                <a:lnTo>
                  <a:pt x="3636674" y="2126921"/>
                </a:lnTo>
                <a:lnTo>
                  <a:pt x="3639992" y="2099776"/>
                </a:lnTo>
                <a:lnTo>
                  <a:pt x="3457407" y="2099776"/>
                </a:lnTo>
                <a:lnTo>
                  <a:pt x="3431474" y="2226242"/>
                </a:lnTo>
                <a:lnTo>
                  <a:pt x="3395274" y="2351091"/>
                </a:lnTo>
                <a:lnTo>
                  <a:pt x="3349689" y="2471686"/>
                </a:lnTo>
                <a:lnTo>
                  <a:pt x="3295146" y="2587599"/>
                </a:lnTo>
                <a:lnTo>
                  <a:pt x="3232073" y="2698404"/>
                </a:lnTo>
                <a:lnTo>
                  <a:pt x="3160897" y="2803672"/>
                </a:lnTo>
                <a:lnTo>
                  <a:pt x="3082047" y="2902976"/>
                </a:lnTo>
                <a:lnTo>
                  <a:pt x="2995949" y="2995888"/>
                </a:lnTo>
                <a:lnTo>
                  <a:pt x="2903031" y="3081981"/>
                </a:lnTo>
                <a:lnTo>
                  <a:pt x="2803722" y="3160827"/>
                </a:lnTo>
                <a:lnTo>
                  <a:pt x="2698448" y="3231998"/>
                </a:lnTo>
                <a:lnTo>
                  <a:pt x="2587638" y="3295067"/>
                </a:lnTo>
                <a:lnTo>
                  <a:pt x="2471719" y="3349607"/>
                </a:lnTo>
                <a:lnTo>
                  <a:pt x="2451043" y="3357421"/>
                </a:lnTo>
                <a:lnTo>
                  <a:pt x="2451043" y="3550982"/>
                </a:lnTo>
                <a:lnTo>
                  <a:pt x="2542191" y="3516532"/>
                </a:lnTo>
                <a:close/>
              </a:path>
            </a:pathLst>
          </a:custGeom>
          <a:solidFill>
            <a:srgbClr val="E3E3E3"/>
          </a:solidFill>
        </p:spPr>
        <p:txBody>
          <a:bodyPr wrap="square" lIns="0" tIns="0" rIns="0" bIns="0" rtlCol="0">
            <a:noAutofit/>
          </a:bodyPr>
          <a:lstStyle/>
          <a:p>
            <a:endParaRPr/>
          </a:p>
        </p:txBody>
      </p:sp>
      <p:sp>
        <p:nvSpPr>
          <p:cNvPr id="7" name="object 7"/>
          <p:cNvSpPr/>
          <p:nvPr/>
        </p:nvSpPr>
        <p:spPr>
          <a:xfrm>
            <a:off x="-1474081" y="-1122814"/>
            <a:ext cx="1706747" cy="1706664"/>
          </a:xfrm>
          <a:custGeom>
            <a:avLst/>
            <a:gdLst/>
            <a:ahLst/>
            <a:cxnLst/>
            <a:rect l="l" t="t" r="r" b="b"/>
            <a:pathLst>
              <a:path w="1706747" h="1706664">
                <a:moveTo>
                  <a:pt x="1501090" y="1408408"/>
                </a:moveTo>
                <a:lnTo>
                  <a:pt x="1541892" y="1357025"/>
                </a:lnTo>
                <a:lnTo>
                  <a:pt x="1578722" y="1302555"/>
                </a:lnTo>
                <a:lnTo>
                  <a:pt x="1611360" y="1245220"/>
                </a:lnTo>
                <a:lnTo>
                  <a:pt x="1639584" y="1185241"/>
                </a:lnTo>
                <a:lnTo>
                  <a:pt x="1663172" y="1122839"/>
                </a:lnTo>
                <a:lnTo>
                  <a:pt x="1474081" y="1122814"/>
                </a:lnTo>
                <a:lnTo>
                  <a:pt x="1474081" y="1437554"/>
                </a:lnTo>
                <a:lnTo>
                  <a:pt x="1501090" y="1408408"/>
                </a:lnTo>
                <a:close/>
              </a:path>
            </a:pathLst>
          </a:custGeom>
          <a:solidFill>
            <a:srgbClr val="E3E3E3"/>
          </a:solidFill>
        </p:spPr>
        <p:txBody>
          <a:bodyPr wrap="square" lIns="0" tIns="0" rIns="0" bIns="0" rtlCol="0">
            <a:noAutofit/>
          </a:bodyPr>
          <a:lstStyle/>
          <a:p>
            <a:endParaRPr/>
          </a:p>
        </p:txBody>
      </p:sp>
      <p:sp>
        <p:nvSpPr>
          <p:cNvPr id="9" name="object 9"/>
          <p:cNvSpPr/>
          <p:nvPr/>
        </p:nvSpPr>
        <p:spPr>
          <a:xfrm>
            <a:off x="5179919" y="-731423"/>
            <a:ext cx="1563411" cy="2476076"/>
          </a:xfrm>
          <a:custGeom>
            <a:avLst/>
            <a:gdLst/>
            <a:ahLst/>
            <a:cxnLst/>
            <a:rect l="l" t="t" r="r" b="b"/>
            <a:pathLst>
              <a:path w="1563411" h="2476076">
                <a:moveTo>
                  <a:pt x="1563411" y="1284733"/>
                </a:moveTo>
                <a:lnTo>
                  <a:pt x="1262411" y="731423"/>
                </a:lnTo>
                <a:lnTo>
                  <a:pt x="282947" y="731423"/>
                </a:lnTo>
                <a:lnTo>
                  <a:pt x="965834" y="2476076"/>
                </a:lnTo>
                <a:lnTo>
                  <a:pt x="1563411" y="1284733"/>
                </a:lnTo>
                <a:close/>
              </a:path>
            </a:pathLst>
          </a:custGeom>
          <a:solidFill>
            <a:srgbClr val="9E181D"/>
          </a:solidFill>
        </p:spPr>
        <p:txBody>
          <a:bodyPr wrap="square" lIns="0" tIns="0" rIns="0" bIns="0" rtlCol="0">
            <a:noAutofit/>
          </a:bodyPr>
          <a:lstStyle/>
          <a:p>
            <a:endParaRPr/>
          </a:p>
        </p:txBody>
      </p:sp>
      <p:sp>
        <p:nvSpPr>
          <p:cNvPr id="12" name="object 12"/>
          <p:cNvSpPr/>
          <p:nvPr/>
        </p:nvSpPr>
        <p:spPr>
          <a:xfrm>
            <a:off x="6743330" y="-757664"/>
            <a:ext cx="2260634" cy="2943511"/>
          </a:xfrm>
          <a:custGeom>
            <a:avLst/>
            <a:gdLst/>
            <a:ahLst/>
            <a:cxnLst/>
            <a:rect l="l" t="t" r="r" b="b"/>
            <a:pathLst>
              <a:path w="2260634" h="2943511">
                <a:moveTo>
                  <a:pt x="819519" y="757664"/>
                </a:moveTo>
                <a:lnTo>
                  <a:pt x="277642" y="757664"/>
                </a:lnTo>
                <a:lnTo>
                  <a:pt x="0" y="1310974"/>
                </a:lnTo>
                <a:lnTo>
                  <a:pt x="819519" y="2818292"/>
                </a:lnTo>
                <a:lnTo>
                  <a:pt x="819519" y="757664"/>
                </a:lnTo>
                <a:close/>
              </a:path>
            </a:pathLst>
          </a:custGeom>
          <a:solidFill>
            <a:srgbClr val="E3E3E3"/>
          </a:solidFill>
        </p:spPr>
        <p:txBody>
          <a:bodyPr wrap="square" lIns="0" tIns="0" rIns="0" bIns="0" rtlCol="0">
            <a:noAutofit/>
          </a:bodyPr>
          <a:lstStyle/>
          <a:p>
            <a:endParaRPr/>
          </a:p>
        </p:txBody>
      </p:sp>
      <p:sp>
        <p:nvSpPr>
          <p:cNvPr id="13" name="object 13"/>
          <p:cNvSpPr/>
          <p:nvPr/>
        </p:nvSpPr>
        <p:spPr>
          <a:xfrm>
            <a:off x="6743330" y="-757664"/>
            <a:ext cx="2260634" cy="2943511"/>
          </a:xfrm>
          <a:custGeom>
            <a:avLst/>
            <a:gdLst/>
            <a:ahLst/>
            <a:cxnLst/>
            <a:rect l="l" t="t" r="r" b="b"/>
            <a:pathLst>
              <a:path w="2260634" h="2943511">
                <a:moveTo>
                  <a:pt x="819519" y="757664"/>
                </a:moveTo>
                <a:lnTo>
                  <a:pt x="277642" y="757664"/>
                </a:lnTo>
                <a:lnTo>
                  <a:pt x="0" y="1310974"/>
                </a:lnTo>
                <a:lnTo>
                  <a:pt x="819519" y="2818292"/>
                </a:lnTo>
                <a:lnTo>
                  <a:pt x="819519" y="757664"/>
                </a:lnTo>
                <a:close/>
              </a:path>
            </a:pathLst>
          </a:custGeom>
          <a:solidFill>
            <a:srgbClr val="9E181D"/>
          </a:solidFill>
        </p:spPr>
        <p:txBody>
          <a:bodyPr wrap="square" lIns="0" tIns="0" rIns="0" bIns="0" rtlCol="0">
            <a:noAutofit/>
          </a:bodyPr>
          <a:lstStyle/>
          <a:p>
            <a:endParaRPr/>
          </a:p>
        </p:txBody>
      </p:sp>
      <p:sp>
        <p:nvSpPr>
          <p:cNvPr id="14" name="object 14"/>
          <p:cNvSpPr/>
          <p:nvPr/>
        </p:nvSpPr>
        <p:spPr>
          <a:xfrm>
            <a:off x="6044437" y="-743528"/>
            <a:ext cx="1349625" cy="1296838"/>
          </a:xfrm>
          <a:custGeom>
            <a:avLst/>
            <a:gdLst/>
            <a:ahLst/>
            <a:cxnLst/>
            <a:rect l="l" t="t" r="r" b="b"/>
            <a:pathLst>
              <a:path w="1349625" h="1296838">
                <a:moveTo>
                  <a:pt x="976535" y="743528"/>
                </a:moveTo>
                <a:lnTo>
                  <a:pt x="397893" y="743528"/>
                </a:lnTo>
                <a:lnTo>
                  <a:pt x="698893" y="1296838"/>
                </a:lnTo>
                <a:lnTo>
                  <a:pt x="976535" y="743528"/>
                </a:lnTo>
                <a:close/>
              </a:path>
            </a:pathLst>
          </a:custGeom>
          <a:solidFill>
            <a:srgbClr val="9E181D"/>
          </a:solidFill>
        </p:spPr>
        <p:txBody>
          <a:bodyPr wrap="square" lIns="0" tIns="0" rIns="0" bIns="0" rtlCol="0">
            <a:noAutofit/>
          </a:bodyPr>
          <a:lstStyle/>
          <a:p>
            <a:endParaRPr/>
          </a:p>
        </p:txBody>
      </p:sp>
      <p:sp>
        <p:nvSpPr>
          <p:cNvPr id="15" name="object 15"/>
          <p:cNvSpPr/>
          <p:nvPr/>
        </p:nvSpPr>
        <p:spPr>
          <a:xfrm>
            <a:off x="668941" y="802206"/>
            <a:ext cx="5850342" cy="8732317"/>
          </a:xfrm>
          <a:prstGeom prst="rect">
            <a:avLst/>
          </a:prstGeom>
          <a:blipFill>
            <a:blip r:embed="rId2" cstate="print"/>
            <a:stretch>
              <a:fillRect/>
            </a:stretch>
          </a:blipFill>
        </p:spPr>
        <p:txBody>
          <a:bodyPr wrap="square" lIns="0" tIns="0" rIns="0" bIns="0" rtlCol="0">
            <a:noAutofit/>
          </a:bodyPr>
          <a:lstStyle/>
          <a:p>
            <a:endParaRPr/>
          </a:p>
        </p:txBody>
      </p:sp>
      <p:sp>
        <p:nvSpPr>
          <p:cNvPr id="5" name="object 5"/>
          <p:cNvSpPr/>
          <p:nvPr/>
        </p:nvSpPr>
        <p:spPr>
          <a:xfrm>
            <a:off x="-1955477" y="-1057184"/>
            <a:ext cx="257892" cy="1147992"/>
          </a:xfrm>
          <a:custGeom>
            <a:avLst/>
            <a:gdLst/>
            <a:ahLst/>
            <a:cxnLst/>
            <a:rect l="l" t="t" r="r" b="b"/>
            <a:pathLst>
              <a:path w="257892" h="1147992">
                <a:moveTo>
                  <a:pt x="2037400" y="1922216"/>
                </a:moveTo>
                <a:lnTo>
                  <a:pt x="2122607" y="1864613"/>
                </a:lnTo>
                <a:lnTo>
                  <a:pt x="2202986" y="1800800"/>
                </a:lnTo>
                <a:lnTo>
                  <a:pt x="2278191" y="1731121"/>
                </a:lnTo>
                <a:lnTo>
                  <a:pt x="2347876" y="1655922"/>
                </a:lnTo>
                <a:lnTo>
                  <a:pt x="2411695" y="1575550"/>
                </a:lnTo>
                <a:lnTo>
                  <a:pt x="2469302" y="1490350"/>
                </a:lnTo>
                <a:lnTo>
                  <a:pt x="2520352" y="1400669"/>
                </a:lnTo>
                <a:lnTo>
                  <a:pt x="2564497" y="1306852"/>
                </a:lnTo>
                <a:lnTo>
                  <a:pt x="2601391" y="1209246"/>
                </a:lnTo>
                <a:lnTo>
                  <a:pt x="2630690" y="1108197"/>
                </a:lnTo>
                <a:lnTo>
                  <a:pt x="2641151" y="1057184"/>
                </a:lnTo>
                <a:lnTo>
                  <a:pt x="2456316" y="1057184"/>
                </a:lnTo>
                <a:lnTo>
                  <a:pt x="2454778" y="1064686"/>
                </a:lnTo>
                <a:lnTo>
                  <a:pt x="2429455" y="1152015"/>
                </a:lnTo>
                <a:lnTo>
                  <a:pt x="2397568" y="1236369"/>
                </a:lnTo>
                <a:lnTo>
                  <a:pt x="2359414" y="1317448"/>
                </a:lnTo>
                <a:lnTo>
                  <a:pt x="2315293" y="1394955"/>
                </a:lnTo>
                <a:lnTo>
                  <a:pt x="2265505" y="1468588"/>
                </a:lnTo>
                <a:lnTo>
                  <a:pt x="2210347" y="1538050"/>
                </a:lnTo>
                <a:lnTo>
                  <a:pt x="2150120" y="1603042"/>
                </a:lnTo>
                <a:lnTo>
                  <a:pt x="2085123" y="1663263"/>
                </a:lnTo>
                <a:lnTo>
                  <a:pt x="2015654" y="1718416"/>
                </a:lnTo>
                <a:lnTo>
                  <a:pt x="1955477" y="1759098"/>
                </a:lnTo>
                <a:lnTo>
                  <a:pt x="1955477" y="1968840"/>
                </a:lnTo>
                <a:lnTo>
                  <a:pt x="2037400" y="1922216"/>
                </a:lnTo>
                <a:close/>
              </a:path>
            </a:pathLst>
          </a:custGeom>
          <a:solidFill>
            <a:srgbClr val="E3E3E3"/>
          </a:solidFill>
        </p:spPr>
        <p:txBody>
          <a:bodyPr wrap="square" lIns="0" tIns="0" rIns="0" bIns="0" rtlCol="0">
            <a:noAutofit/>
          </a:bodyPr>
          <a:lstStyle/>
          <a:p>
            <a:endParaRPr/>
          </a:p>
        </p:txBody>
      </p:sp>
      <p:sp>
        <p:nvSpPr>
          <p:cNvPr id="3" name="object 3"/>
          <p:cNvSpPr/>
          <p:nvPr/>
        </p:nvSpPr>
        <p:spPr>
          <a:xfrm>
            <a:off x="-2707248" y="4051919"/>
            <a:ext cx="12983946" cy="12983946"/>
          </a:xfrm>
          <a:custGeom>
            <a:avLst/>
            <a:gdLst/>
            <a:ahLst/>
            <a:cxnLst/>
            <a:rect l="l" t="t" r="r" b="b"/>
            <a:pathLst>
              <a:path w="12983946" h="12983946">
                <a:moveTo>
                  <a:pt x="10270098" y="6426098"/>
                </a:moveTo>
                <a:lnTo>
                  <a:pt x="2707248" y="6426098"/>
                </a:lnTo>
                <a:lnTo>
                  <a:pt x="2707248" y="6559559"/>
                </a:lnTo>
                <a:lnTo>
                  <a:pt x="10270098" y="6559559"/>
                </a:lnTo>
                <a:lnTo>
                  <a:pt x="10270098" y="6426098"/>
                </a:lnTo>
                <a:close/>
              </a:path>
            </a:pathLst>
          </a:custGeom>
          <a:solidFill>
            <a:srgbClr val="C83A2D"/>
          </a:solidFill>
        </p:spPr>
        <p:txBody>
          <a:bodyPr wrap="square" lIns="0" tIns="0" rIns="0" bIns="0" rtlCol="0">
            <a:noAutofit/>
          </a:bodyPr>
          <a:lstStyle/>
          <a:p>
            <a:endParaRPr/>
          </a:p>
        </p:txBody>
      </p:sp>
      <p:sp>
        <p:nvSpPr>
          <p:cNvPr id="17" name="object 3">
            <a:extLst>
              <a:ext uri="{FF2B5EF4-FFF2-40B4-BE49-F238E27FC236}">
                <a16:creationId xmlns:a16="http://schemas.microsoft.com/office/drawing/2014/main" id="{7F8039BC-B55E-440E-B535-50FDE9764667}"/>
              </a:ext>
            </a:extLst>
          </p:cNvPr>
          <p:cNvSpPr txBox="1"/>
          <p:nvPr/>
        </p:nvSpPr>
        <p:spPr>
          <a:xfrm>
            <a:off x="668941" y="330041"/>
            <a:ext cx="2621045" cy="446538"/>
          </a:xfrm>
          <a:prstGeom prst="rect">
            <a:avLst/>
          </a:prstGeom>
        </p:spPr>
        <p:txBody>
          <a:bodyPr wrap="square" lIns="0" tIns="0" rIns="0" bIns="0" rtlCol="0">
            <a:noAutofit/>
          </a:bodyPr>
          <a:lstStyle/>
          <a:p>
            <a:pPr marL="12700">
              <a:lnSpc>
                <a:spcPts val="1639"/>
              </a:lnSpc>
              <a:spcBef>
                <a:spcPts val="322"/>
              </a:spcBef>
            </a:pPr>
            <a:r>
              <a:rPr lang="en-ID" sz="4400" spc="0" baseline="-8784" dirty="0">
                <a:solidFill>
                  <a:srgbClr val="9E181D"/>
                </a:solidFill>
                <a:latin typeface="Times New Roman"/>
                <a:cs typeface="Times New Roman"/>
              </a:rPr>
              <a:t>CLIENT</a:t>
            </a:r>
            <a:endParaRPr sz="3200" dirty="0">
              <a:latin typeface="Times New Roman"/>
              <a:cs typeface="Times New Roman"/>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124">
        <p15:prstTrans prst="peelOff"/>
      </p:transition>
    </mc:Choice>
    <mc:Fallback xmlns="">
      <p:transition spd="slow" advTm="7124">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4267382" y="9881454"/>
            <a:ext cx="2309403" cy="1999404"/>
          </a:xfrm>
          <a:custGeom>
            <a:avLst/>
            <a:gdLst/>
            <a:ahLst/>
            <a:cxnLst/>
            <a:rect l="l" t="t" r="r" b="b"/>
            <a:pathLst>
              <a:path w="2309403" h="1999404">
                <a:moveTo>
                  <a:pt x="1731549" y="0"/>
                </a:moveTo>
                <a:lnTo>
                  <a:pt x="577937" y="0"/>
                </a:lnTo>
                <a:lnTo>
                  <a:pt x="107198" y="815120"/>
                </a:lnTo>
                <a:lnTo>
                  <a:pt x="2202219" y="815120"/>
                </a:lnTo>
                <a:lnTo>
                  <a:pt x="1731549" y="0"/>
                </a:lnTo>
                <a:close/>
              </a:path>
            </a:pathLst>
          </a:custGeom>
          <a:solidFill>
            <a:srgbClr val="D3D3D3"/>
          </a:solidFill>
        </p:spPr>
        <p:txBody>
          <a:bodyPr wrap="square" lIns="0" tIns="0" rIns="0" bIns="0" rtlCol="0">
            <a:noAutofit/>
          </a:bodyPr>
          <a:lstStyle/>
          <a:p>
            <a:endParaRPr/>
          </a:p>
        </p:txBody>
      </p:sp>
      <p:sp>
        <p:nvSpPr>
          <p:cNvPr id="7" name="object 7"/>
          <p:cNvSpPr/>
          <p:nvPr/>
        </p:nvSpPr>
        <p:spPr>
          <a:xfrm>
            <a:off x="5420993" y="7884124"/>
            <a:ext cx="3463005" cy="3996734"/>
          </a:xfrm>
          <a:custGeom>
            <a:avLst/>
            <a:gdLst/>
            <a:ahLst/>
            <a:cxnLst/>
            <a:rect l="l" t="t" r="r" b="b"/>
            <a:pathLst>
              <a:path w="3463005" h="3996734">
                <a:moveTo>
                  <a:pt x="2141856" y="708695"/>
                </a:moveTo>
                <a:lnTo>
                  <a:pt x="2109587" y="652853"/>
                </a:lnTo>
                <a:lnTo>
                  <a:pt x="2109436" y="653025"/>
                </a:lnTo>
                <a:lnTo>
                  <a:pt x="1754950" y="40431"/>
                </a:lnTo>
                <a:lnTo>
                  <a:pt x="554541" y="40431"/>
                </a:lnTo>
                <a:lnTo>
                  <a:pt x="0" y="998669"/>
                </a:lnTo>
                <a:lnTo>
                  <a:pt x="388957" y="1670800"/>
                </a:lnTo>
                <a:lnTo>
                  <a:pt x="1048196" y="2812450"/>
                </a:lnTo>
                <a:lnTo>
                  <a:pt x="2141856" y="2812450"/>
                </a:lnTo>
                <a:lnTo>
                  <a:pt x="2141856" y="708695"/>
                </a:lnTo>
                <a:close/>
              </a:path>
            </a:pathLst>
          </a:custGeom>
          <a:solidFill>
            <a:srgbClr val="040404"/>
          </a:solidFill>
        </p:spPr>
        <p:txBody>
          <a:bodyPr wrap="square" lIns="0" tIns="0" rIns="0" bIns="0" rtlCol="0">
            <a:noAutofit/>
          </a:bodyPr>
          <a:lstStyle/>
          <a:p>
            <a:endParaRPr/>
          </a:p>
        </p:txBody>
      </p:sp>
      <p:sp>
        <p:nvSpPr>
          <p:cNvPr id="8" name="object 8"/>
          <p:cNvSpPr/>
          <p:nvPr/>
        </p:nvSpPr>
        <p:spPr>
          <a:xfrm>
            <a:off x="5428823" y="5935358"/>
            <a:ext cx="2309403" cy="1999404"/>
          </a:xfrm>
          <a:custGeom>
            <a:avLst/>
            <a:gdLst/>
            <a:ahLst/>
            <a:cxnLst/>
            <a:rect l="l" t="t" r="r" b="b"/>
            <a:pathLst>
              <a:path w="2309403" h="1999404">
                <a:moveTo>
                  <a:pt x="2134026" y="1303834"/>
                </a:moveTo>
                <a:lnTo>
                  <a:pt x="2134026" y="697021"/>
                </a:lnTo>
                <a:lnTo>
                  <a:pt x="1731549" y="0"/>
                </a:lnTo>
                <a:lnTo>
                  <a:pt x="577937" y="0"/>
                </a:lnTo>
                <a:lnTo>
                  <a:pt x="0" y="1000743"/>
                </a:lnTo>
                <a:lnTo>
                  <a:pt x="577872" y="1999292"/>
                </a:lnTo>
                <a:lnTo>
                  <a:pt x="1731614" y="1999292"/>
                </a:lnTo>
                <a:lnTo>
                  <a:pt x="2134026" y="1303834"/>
                </a:lnTo>
                <a:close/>
              </a:path>
            </a:pathLst>
          </a:custGeom>
          <a:solidFill>
            <a:srgbClr val="9E181E"/>
          </a:solidFill>
        </p:spPr>
        <p:txBody>
          <a:bodyPr wrap="square" lIns="0" tIns="0" rIns="0" bIns="0" rtlCol="0">
            <a:noAutofit/>
          </a:bodyPr>
          <a:lstStyle/>
          <a:p>
            <a:endParaRPr/>
          </a:p>
        </p:txBody>
      </p:sp>
      <p:sp>
        <p:nvSpPr>
          <p:cNvPr id="9" name="object 9"/>
          <p:cNvSpPr/>
          <p:nvPr/>
        </p:nvSpPr>
        <p:spPr>
          <a:xfrm>
            <a:off x="6582433" y="3938028"/>
            <a:ext cx="3463005" cy="3996734"/>
          </a:xfrm>
          <a:custGeom>
            <a:avLst/>
            <a:gdLst/>
            <a:ahLst/>
            <a:cxnLst/>
            <a:rect l="l" t="t" r="r" b="b"/>
            <a:pathLst>
              <a:path w="3463005" h="3996734">
                <a:moveTo>
                  <a:pt x="980416" y="40404"/>
                </a:moveTo>
                <a:lnTo>
                  <a:pt x="554557" y="40404"/>
                </a:lnTo>
                <a:lnTo>
                  <a:pt x="0" y="998669"/>
                </a:lnTo>
                <a:lnTo>
                  <a:pt x="388957" y="1670800"/>
                </a:lnTo>
                <a:lnTo>
                  <a:pt x="980416" y="2695085"/>
                </a:lnTo>
                <a:lnTo>
                  <a:pt x="980416" y="40404"/>
                </a:lnTo>
                <a:close/>
              </a:path>
            </a:pathLst>
          </a:custGeom>
          <a:solidFill>
            <a:srgbClr val="D3D3D3"/>
          </a:solidFill>
        </p:spPr>
        <p:txBody>
          <a:bodyPr wrap="square" lIns="0" tIns="0" rIns="0" bIns="0" rtlCol="0">
            <a:noAutofit/>
          </a:bodyPr>
          <a:lstStyle/>
          <a:p>
            <a:endParaRPr/>
          </a:p>
        </p:txBody>
      </p:sp>
      <p:sp>
        <p:nvSpPr>
          <p:cNvPr id="10" name="object 10"/>
          <p:cNvSpPr/>
          <p:nvPr/>
        </p:nvSpPr>
        <p:spPr>
          <a:xfrm>
            <a:off x="6576639" y="1970289"/>
            <a:ext cx="2322110" cy="2012117"/>
          </a:xfrm>
          <a:custGeom>
            <a:avLst/>
            <a:gdLst/>
            <a:ahLst/>
            <a:cxnLst/>
            <a:rect l="l" t="t" r="r" b="b"/>
            <a:pathLst>
              <a:path w="2322110" h="2012117">
                <a:moveTo>
                  <a:pt x="986210" y="0"/>
                </a:moveTo>
                <a:lnTo>
                  <a:pt x="581117" y="0"/>
                </a:lnTo>
                <a:lnTo>
                  <a:pt x="0" y="1007106"/>
                </a:lnTo>
                <a:lnTo>
                  <a:pt x="576988" y="2004976"/>
                </a:lnTo>
                <a:lnTo>
                  <a:pt x="986210" y="2004976"/>
                </a:lnTo>
                <a:lnTo>
                  <a:pt x="986210" y="0"/>
                </a:lnTo>
                <a:close/>
              </a:path>
            </a:pathLst>
          </a:custGeom>
          <a:solidFill>
            <a:srgbClr val="9E181E"/>
          </a:solidFill>
        </p:spPr>
        <p:txBody>
          <a:bodyPr wrap="square" lIns="0" tIns="0" rIns="0" bIns="0" rtlCol="0">
            <a:noAutofit/>
          </a:bodyPr>
          <a:lstStyle/>
          <a:p>
            <a:endParaRPr/>
          </a:p>
        </p:txBody>
      </p:sp>
      <p:sp>
        <p:nvSpPr>
          <p:cNvPr id="11" name="object 11"/>
          <p:cNvSpPr/>
          <p:nvPr/>
        </p:nvSpPr>
        <p:spPr>
          <a:xfrm>
            <a:off x="3783177" y="5102900"/>
            <a:ext cx="2650171" cy="4070604"/>
          </a:xfrm>
          <a:prstGeom prst="rect">
            <a:avLst/>
          </a:prstGeom>
          <a:blipFill>
            <a:blip r:embed="rId2" cstate="print"/>
            <a:stretch>
              <a:fillRect/>
            </a:stretch>
          </a:blipFill>
        </p:spPr>
        <p:txBody>
          <a:bodyPr wrap="square" lIns="0" tIns="0" rIns="0" bIns="0" rtlCol="0">
            <a:noAutofit/>
          </a:bodyPr>
          <a:lstStyle/>
          <a:p>
            <a:endParaRPr/>
          </a:p>
        </p:txBody>
      </p:sp>
      <p:sp>
        <p:nvSpPr>
          <p:cNvPr id="5" name="object 5"/>
          <p:cNvSpPr/>
          <p:nvPr/>
        </p:nvSpPr>
        <p:spPr>
          <a:xfrm>
            <a:off x="584328" y="1232849"/>
            <a:ext cx="2701238" cy="3739444"/>
          </a:xfrm>
          <a:prstGeom prst="rect">
            <a:avLst/>
          </a:prstGeom>
          <a:blipFill>
            <a:blip r:embed="rId3" cstate="print"/>
            <a:stretch>
              <a:fillRect/>
            </a:stretch>
          </a:blipFill>
        </p:spPr>
        <p:txBody>
          <a:bodyPr wrap="square" lIns="0" tIns="0" rIns="0" bIns="0" rtlCol="0">
            <a:noAutofit/>
          </a:bodyPr>
          <a:lstStyle/>
          <a:p>
            <a:endParaRPr/>
          </a:p>
        </p:txBody>
      </p:sp>
      <p:sp>
        <p:nvSpPr>
          <p:cNvPr id="4" name="object 4"/>
          <p:cNvSpPr/>
          <p:nvPr/>
        </p:nvSpPr>
        <p:spPr>
          <a:xfrm>
            <a:off x="3782037" y="1284929"/>
            <a:ext cx="2648637" cy="3634521"/>
          </a:xfrm>
          <a:prstGeom prst="rect">
            <a:avLst/>
          </a:prstGeom>
          <a:blipFill>
            <a:blip r:embed="rId4" cstate="print"/>
            <a:stretch>
              <a:fillRect/>
            </a:stretch>
          </a:blipFill>
        </p:spPr>
        <p:txBody>
          <a:bodyPr wrap="square" lIns="0" tIns="0" rIns="0" bIns="0" rtlCol="0">
            <a:noAutofit/>
          </a:bodyPr>
          <a:lstStyle/>
          <a:p>
            <a:endParaRPr/>
          </a:p>
        </p:txBody>
      </p:sp>
      <p:sp>
        <p:nvSpPr>
          <p:cNvPr id="3" name="object 3"/>
          <p:cNvSpPr/>
          <p:nvPr/>
        </p:nvSpPr>
        <p:spPr>
          <a:xfrm>
            <a:off x="585807" y="5102900"/>
            <a:ext cx="2697836" cy="4137324"/>
          </a:xfrm>
          <a:prstGeom prst="rect">
            <a:avLst/>
          </a:prstGeom>
          <a:blipFill>
            <a:blip r:embed="rId5" cstate="print"/>
            <a:stretch>
              <a:fillRect/>
            </a:stretch>
          </a:blipFill>
        </p:spPr>
        <p:txBody>
          <a:bodyPr wrap="square" lIns="0" tIns="0" rIns="0" bIns="0" rtlCol="0">
            <a:noAutofit/>
          </a:bodyPr>
          <a:lstStyle/>
          <a:p>
            <a:endParaRPr/>
          </a:p>
        </p:txBody>
      </p:sp>
      <p:sp>
        <p:nvSpPr>
          <p:cNvPr id="2" name="object 2"/>
          <p:cNvSpPr txBox="1"/>
          <p:nvPr/>
        </p:nvSpPr>
        <p:spPr>
          <a:xfrm>
            <a:off x="573106" y="411675"/>
            <a:ext cx="3287693" cy="533794"/>
          </a:xfrm>
          <a:prstGeom prst="rect">
            <a:avLst/>
          </a:prstGeom>
        </p:spPr>
        <p:txBody>
          <a:bodyPr wrap="square" lIns="0" tIns="0" rIns="0" bIns="0" rtlCol="0">
            <a:noAutofit/>
          </a:bodyPr>
          <a:lstStyle/>
          <a:p>
            <a:pPr marL="12700">
              <a:lnSpc>
                <a:spcPts val="4085"/>
              </a:lnSpc>
              <a:spcBef>
                <a:spcPts val="204"/>
              </a:spcBef>
            </a:pPr>
            <a:r>
              <a:rPr sz="4000" b="1" dirty="0">
                <a:solidFill>
                  <a:srgbClr val="9E181D"/>
                </a:solidFill>
                <a:latin typeface="Times New Roman"/>
                <a:cs typeface="Times New Roman"/>
              </a:rPr>
              <a:t>LEGALITAS</a:t>
            </a:r>
            <a:endParaRPr sz="4000" dirty="0">
              <a:latin typeface="Times New Roman"/>
              <a:cs typeface="Times New Roman"/>
            </a:endParaRPr>
          </a:p>
        </p:txBody>
      </p:sp>
    </p:spTree>
  </p:cSld>
  <p:clrMapOvr>
    <a:masterClrMapping/>
  </p:clrMapOvr>
  <p:transition spd="slow" advTm="5591">
    <p:wheel spokes="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6693712" y="-220661"/>
            <a:ext cx="2322110" cy="2012117"/>
          </a:xfrm>
          <a:custGeom>
            <a:avLst/>
            <a:gdLst/>
            <a:ahLst/>
            <a:cxnLst/>
            <a:rect l="l" t="t" r="r" b="b"/>
            <a:pathLst>
              <a:path w="2322110" h="2012117">
                <a:moveTo>
                  <a:pt x="869137" y="220661"/>
                </a:moveTo>
                <a:lnTo>
                  <a:pt x="453791" y="220661"/>
                </a:lnTo>
                <a:lnTo>
                  <a:pt x="0" y="1007106"/>
                </a:lnTo>
                <a:lnTo>
                  <a:pt x="576995" y="2004988"/>
                </a:lnTo>
                <a:lnTo>
                  <a:pt x="869137" y="2004988"/>
                </a:lnTo>
                <a:lnTo>
                  <a:pt x="869137" y="220661"/>
                </a:lnTo>
                <a:close/>
              </a:path>
            </a:pathLst>
          </a:custGeom>
          <a:solidFill>
            <a:srgbClr val="9E181E"/>
          </a:solidFill>
        </p:spPr>
        <p:txBody>
          <a:bodyPr wrap="square" lIns="0" tIns="0" rIns="0" bIns="0" rtlCol="0">
            <a:noAutofit/>
          </a:bodyPr>
          <a:lstStyle/>
          <a:p>
            <a:endParaRPr/>
          </a:p>
        </p:txBody>
      </p:sp>
      <p:sp>
        <p:nvSpPr>
          <p:cNvPr id="6" name="object 6"/>
          <p:cNvSpPr/>
          <p:nvPr/>
        </p:nvSpPr>
        <p:spPr>
          <a:xfrm>
            <a:off x="3819845" y="1291620"/>
            <a:ext cx="2869432" cy="4061063"/>
          </a:xfrm>
          <a:prstGeom prst="rect">
            <a:avLst/>
          </a:prstGeom>
          <a:blipFill>
            <a:blip r:embed="rId2" cstate="print"/>
            <a:stretch>
              <a:fillRect/>
            </a:stretch>
          </a:blipFill>
        </p:spPr>
        <p:txBody>
          <a:bodyPr wrap="square" lIns="0" tIns="0" rIns="0" bIns="0" rtlCol="0">
            <a:noAutofit/>
          </a:bodyPr>
          <a:lstStyle/>
          <a:p>
            <a:endParaRPr/>
          </a:p>
        </p:txBody>
      </p:sp>
      <p:sp>
        <p:nvSpPr>
          <p:cNvPr id="7" name="object 7"/>
          <p:cNvSpPr/>
          <p:nvPr/>
        </p:nvSpPr>
        <p:spPr>
          <a:xfrm>
            <a:off x="3988155" y="5956279"/>
            <a:ext cx="2821768" cy="3984802"/>
          </a:xfrm>
          <a:prstGeom prst="rect">
            <a:avLst/>
          </a:prstGeom>
          <a:blipFill>
            <a:blip r:embed="rId3" cstate="print"/>
            <a:stretch>
              <a:fillRect/>
            </a:stretch>
          </a:blipFill>
        </p:spPr>
        <p:txBody>
          <a:bodyPr wrap="square" lIns="0" tIns="0" rIns="0" bIns="0" rtlCol="0">
            <a:noAutofit/>
          </a:bodyPr>
          <a:lstStyle/>
          <a:p>
            <a:endParaRPr/>
          </a:p>
        </p:txBody>
      </p:sp>
      <p:sp>
        <p:nvSpPr>
          <p:cNvPr id="8" name="object 8"/>
          <p:cNvSpPr/>
          <p:nvPr/>
        </p:nvSpPr>
        <p:spPr>
          <a:xfrm>
            <a:off x="6244041" y="4591381"/>
            <a:ext cx="2150576" cy="1862717"/>
          </a:xfrm>
          <a:custGeom>
            <a:avLst/>
            <a:gdLst/>
            <a:ahLst/>
            <a:cxnLst/>
            <a:rect l="l" t="t" r="r" b="b"/>
            <a:pathLst>
              <a:path w="2150576" h="1862717">
                <a:moveTo>
                  <a:pt x="1318808" y="0"/>
                </a:moveTo>
                <a:lnTo>
                  <a:pt x="538190" y="0"/>
                </a:lnTo>
                <a:lnTo>
                  <a:pt x="0" y="932329"/>
                </a:lnTo>
                <a:lnTo>
                  <a:pt x="534435" y="1856226"/>
                </a:lnTo>
                <a:lnTo>
                  <a:pt x="1318808" y="1856226"/>
                </a:lnTo>
                <a:lnTo>
                  <a:pt x="1318808" y="0"/>
                </a:lnTo>
                <a:close/>
              </a:path>
            </a:pathLst>
          </a:custGeom>
          <a:solidFill>
            <a:srgbClr val="9E181E"/>
          </a:solidFill>
        </p:spPr>
        <p:txBody>
          <a:bodyPr wrap="square" lIns="0" tIns="0" rIns="0" bIns="0" rtlCol="0">
            <a:noAutofit/>
          </a:bodyPr>
          <a:lstStyle/>
          <a:p>
            <a:endParaRPr/>
          </a:p>
        </p:txBody>
      </p:sp>
      <p:sp>
        <p:nvSpPr>
          <p:cNvPr id="9" name="object 9"/>
          <p:cNvSpPr/>
          <p:nvPr/>
        </p:nvSpPr>
        <p:spPr>
          <a:xfrm>
            <a:off x="7318313" y="2730596"/>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10" name="object 10"/>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sp>
        <p:nvSpPr>
          <p:cNvPr id="11" name="object 11"/>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4" name="object 4"/>
          <p:cNvSpPr/>
          <p:nvPr/>
        </p:nvSpPr>
        <p:spPr>
          <a:xfrm>
            <a:off x="756635" y="1291620"/>
            <a:ext cx="2955228" cy="4175455"/>
          </a:xfrm>
          <a:prstGeom prst="rect">
            <a:avLst/>
          </a:prstGeom>
          <a:blipFill>
            <a:blip r:embed="rId4" cstate="print"/>
            <a:stretch>
              <a:fillRect/>
            </a:stretch>
          </a:blipFill>
        </p:spPr>
        <p:txBody>
          <a:bodyPr wrap="square" lIns="0" tIns="0" rIns="0" bIns="0" rtlCol="0">
            <a:noAutofit/>
          </a:bodyPr>
          <a:lstStyle/>
          <a:p>
            <a:endParaRPr/>
          </a:p>
        </p:txBody>
      </p:sp>
      <p:sp>
        <p:nvSpPr>
          <p:cNvPr id="3" name="object 3"/>
          <p:cNvSpPr/>
          <p:nvPr/>
        </p:nvSpPr>
        <p:spPr>
          <a:xfrm>
            <a:off x="890308" y="5836554"/>
            <a:ext cx="2821768" cy="3984802"/>
          </a:xfrm>
          <a:prstGeom prst="rect">
            <a:avLst/>
          </a:prstGeom>
          <a:blipFill>
            <a:blip r:embed="rId5" cstate="print"/>
            <a:stretch>
              <a:fillRect/>
            </a:stretch>
          </a:blipFill>
        </p:spPr>
        <p:txBody>
          <a:bodyPr wrap="square" lIns="0" tIns="0" rIns="0" bIns="0" rtlCol="0">
            <a:noAutofit/>
          </a:bodyPr>
          <a:lstStyle/>
          <a:p>
            <a:endParaRPr/>
          </a:p>
        </p:txBody>
      </p:sp>
      <p:sp>
        <p:nvSpPr>
          <p:cNvPr id="2" name="object 2"/>
          <p:cNvSpPr txBox="1"/>
          <p:nvPr/>
        </p:nvSpPr>
        <p:spPr>
          <a:xfrm>
            <a:off x="573106" y="411672"/>
            <a:ext cx="3516293" cy="533794"/>
          </a:xfrm>
          <a:prstGeom prst="rect">
            <a:avLst/>
          </a:prstGeom>
        </p:spPr>
        <p:txBody>
          <a:bodyPr wrap="square" lIns="0" tIns="0" rIns="0" bIns="0" rtlCol="0">
            <a:noAutofit/>
          </a:bodyPr>
          <a:lstStyle/>
          <a:p>
            <a:pPr marL="12700">
              <a:lnSpc>
                <a:spcPts val="4085"/>
              </a:lnSpc>
              <a:spcBef>
                <a:spcPts val="204"/>
              </a:spcBef>
            </a:pPr>
            <a:r>
              <a:rPr sz="4000" b="1" dirty="0">
                <a:solidFill>
                  <a:srgbClr val="9E181D"/>
                </a:solidFill>
                <a:latin typeface="Times New Roman"/>
                <a:cs typeface="Times New Roman"/>
              </a:rPr>
              <a:t>LEGALITAS</a:t>
            </a:r>
            <a:endParaRPr sz="4000" dirty="0">
              <a:latin typeface="Times New Roman"/>
              <a:cs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1600" advTm="8496">
        <p14:prism isInverted="1"/>
      </p:transition>
    </mc:Choice>
    <mc:Fallback xmlns="">
      <p:transition spd="slow" advTm="8496">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6693712" y="-220631"/>
            <a:ext cx="2322110" cy="2012117"/>
          </a:xfrm>
          <a:custGeom>
            <a:avLst/>
            <a:gdLst/>
            <a:ahLst/>
            <a:cxnLst/>
            <a:rect l="l" t="t" r="r" b="b"/>
            <a:pathLst>
              <a:path w="2322110" h="2012117">
                <a:moveTo>
                  <a:pt x="869137" y="220631"/>
                </a:moveTo>
                <a:lnTo>
                  <a:pt x="453809" y="220631"/>
                </a:lnTo>
                <a:lnTo>
                  <a:pt x="0" y="1007106"/>
                </a:lnTo>
                <a:lnTo>
                  <a:pt x="576981" y="2004964"/>
                </a:lnTo>
                <a:lnTo>
                  <a:pt x="869137" y="2004964"/>
                </a:lnTo>
                <a:lnTo>
                  <a:pt x="869137" y="220631"/>
                </a:lnTo>
                <a:close/>
              </a:path>
            </a:pathLst>
          </a:custGeom>
          <a:solidFill>
            <a:srgbClr val="9E181E"/>
          </a:solidFill>
        </p:spPr>
        <p:txBody>
          <a:bodyPr wrap="square" lIns="0" tIns="0" rIns="0" bIns="0" rtlCol="0">
            <a:noAutofit/>
          </a:bodyPr>
          <a:lstStyle/>
          <a:p>
            <a:endParaRPr/>
          </a:p>
        </p:txBody>
      </p:sp>
      <p:sp>
        <p:nvSpPr>
          <p:cNvPr id="10" name="object 10"/>
          <p:cNvSpPr/>
          <p:nvPr/>
        </p:nvSpPr>
        <p:spPr>
          <a:xfrm>
            <a:off x="6244041" y="4591387"/>
            <a:ext cx="2150576" cy="1862717"/>
          </a:xfrm>
          <a:custGeom>
            <a:avLst/>
            <a:gdLst/>
            <a:ahLst/>
            <a:cxnLst/>
            <a:rect l="l" t="t" r="r" b="b"/>
            <a:pathLst>
              <a:path w="2150576" h="1862717">
                <a:moveTo>
                  <a:pt x="1318808" y="0"/>
                </a:moveTo>
                <a:lnTo>
                  <a:pt x="538190" y="0"/>
                </a:lnTo>
                <a:lnTo>
                  <a:pt x="0" y="932329"/>
                </a:lnTo>
                <a:lnTo>
                  <a:pt x="534432" y="1856220"/>
                </a:lnTo>
                <a:lnTo>
                  <a:pt x="1318808" y="1856220"/>
                </a:lnTo>
                <a:lnTo>
                  <a:pt x="1318808" y="0"/>
                </a:lnTo>
                <a:close/>
              </a:path>
            </a:pathLst>
          </a:custGeom>
          <a:solidFill>
            <a:srgbClr val="9E181E"/>
          </a:solidFill>
        </p:spPr>
        <p:txBody>
          <a:bodyPr wrap="square" lIns="0" tIns="0" rIns="0" bIns="0" rtlCol="0">
            <a:noAutofit/>
          </a:bodyPr>
          <a:lstStyle/>
          <a:p>
            <a:endParaRPr/>
          </a:p>
        </p:txBody>
      </p:sp>
      <p:sp>
        <p:nvSpPr>
          <p:cNvPr id="11" name="object 11"/>
          <p:cNvSpPr/>
          <p:nvPr/>
        </p:nvSpPr>
        <p:spPr>
          <a:xfrm>
            <a:off x="7318313" y="2730602"/>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8" name="object 8"/>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sp>
        <p:nvSpPr>
          <p:cNvPr id="9" name="object 9"/>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6" name="object 6"/>
          <p:cNvSpPr/>
          <p:nvPr/>
        </p:nvSpPr>
        <p:spPr>
          <a:xfrm>
            <a:off x="413787" y="957132"/>
            <a:ext cx="5471952" cy="1699012"/>
          </a:xfrm>
          <a:prstGeom prst="rect">
            <a:avLst/>
          </a:prstGeom>
          <a:blipFill>
            <a:blip r:embed="rId2" cstate="print"/>
            <a:stretch>
              <a:fillRect/>
            </a:stretch>
          </a:blipFill>
        </p:spPr>
        <p:txBody>
          <a:bodyPr wrap="square" lIns="0" tIns="0" rIns="0" bIns="0" rtlCol="0">
            <a:noAutofit/>
          </a:bodyPr>
          <a:lstStyle/>
          <a:p>
            <a:endParaRPr/>
          </a:p>
        </p:txBody>
      </p:sp>
      <p:sp>
        <p:nvSpPr>
          <p:cNvPr id="7" name="object 7"/>
          <p:cNvSpPr/>
          <p:nvPr/>
        </p:nvSpPr>
        <p:spPr>
          <a:xfrm>
            <a:off x="3445032" y="2679710"/>
            <a:ext cx="2488112" cy="4099194"/>
          </a:xfrm>
          <a:prstGeom prst="rect">
            <a:avLst/>
          </a:prstGeom>
          <a:blipFill>
            <a:blip r:embed="rId3" cstate="print"/>
            <a:stretch>
              <a:fillRect/>
            </a:stretch>
          </a:blipFill>
        </p:spPr>
        <p:txBody>
          <a:bodyPr wrap="square" lIns="0" tIns="0" rIns="0" bIns="0" rtlCol="0">
            <a:noAutofit/>
          </a:bodyPr>
          <a:lstStyle/>
          <a:p>
            <a:endParaRPr/>
          </a:p>
        </p:txBody>
      </p:sp>
      <p:sp>
        <p:nvSpPr>
          <p:cNvPr id="5" name="object 5"/>
          <p:cNvSpPr/>
          <p:nvPr/>
        </p:nvSpPr>
        <p:spPr>
          <a:xfrm>
            <a:off x="585807" y="2767888"/>
            <a:ext cx="2440448" cy="4013393"/>
          </a:xfrm>
          <a:prstGeom prst="rect">
            <a:avLst/>
          </a:prstGeom>
          <a:blipFill>
            <a:blip r:embed="rId4" cstate="print"/>
            <a:stretch>
              <a:fillRect/>
            </a:stretch>
          </a:blipFill>
        </p:spPr>
        <p:txBody>
          <a:bodyPr wrap="square" lIns="0" tIns="0" rIns="0" bIns="0" rtlCol="0">
            <a:noAutofit/>
          </a:bodyPr>
          <a:lstStyle/>
          <a:p>
            <a:endParaRPr/>
          </a:p>
        </p:txBody>
      </p:sp>
      <p:sp>
        <p:nvSpPr>
          <p:cNvPr id="4" name="object 4"/>
          <p:cNvSpPr/>
          <p:nvPr/>
        </p:nvSpPr>
        <p:spPr>
          <a:xfrm>
            <a:off x="748408" y="7045580"/>
            <a:ext cx="2106792" cy="2898032"/>
          </a:xfrm>
          <a:prstGeom prst="rect">
            <a:avLst/>
          </a:prstGeom>
          <a:blipFill>
            <a:blip r:embed="rId5" cstate="print"/>
            <a:stretch>
              <a:fillRect/>
            </a:stretch>
          </a:blipFill>
        </p:spPr>
        <p:txBody>
          <a:bodyPr wrap="square" lIns="0" tIns="0" rIns="0" bIns="0" rtlCol="0">
            <a:noAutofit/>
          </a:bodyPr>
          <a:lstStyle/>
          <a:p>
            <a:endParaRPr/>
          </a:p>
        </p:txBody>
      </p:sp>
      <p:sp>
        <p:nvSpPr>
          <p:cNvPr id="3" name="object 3"/>
          <p:cNvSpPr/>
          <p:nvPr/>
        </p:nvSpPr>
        <p:spPr>
          <a:xfrm>
            <a:off x="3506053" y="7045604"/>
            <a:ext cx="2297451" cy="3241212"/>
          </a:xfrm>
          <a:prstGeom prst="rect">
            <a:avLst/>
          </a:prstGeom>
          <a:blipFill>
            <a:blip r:embed="rId6" cstate="print"/>
            <a:stretch>
              <a:fillRect/>
            </a:stretch>
          </a:blipFill>
        </p:spPr>
        <p:txBody>
          <a:bodyPr wrap="square" lIns="0" tIns="0" rIns="0" bIns="0" rtlCol="0">
            <a:noAutofit/>
          </a:bodyPr>
          <a:lstStyle/>
          <a:p>
            <a:endParaRPr/>
          </a:p>
        </p:txBody>
      </p:sp>
      <p:sp>
        <p:nvSpPr>
          <p:cNvPr id="2" name="object 2"/>
          <p:cNvSpPr txBox="1"/>
          <p:nvPr/>
        </p:nvSpPr>
        <p:spPr>
          <a:xfrm>
            <a:off x="573106" y="411672"/>
            <a:ext cx="4125893" cy="533794"/>
          </a:xfrm>
          <a:prstGeom prst="rect">
            <a:avLst/>
          </a:prstGeom>
        </p:spPr>
        <p:txBody>
          <a:bodyPr wrap="square" lIns="0" tIns="0" rIns="0" bIns="0" rtlCol="0">
            <a:noAutofit/>
          </a:bodyPr>
          <a:lstStyle/>
          <a:p>
            <a:pPr marL="12700">
              <a:lnSpc>
                <a:spcPts val="4085"/>
              </a:lnSpc>
              <a:spcBef>
                <a:spcPts val="204"/>
              </a:spcBef>
            </a:pPr>
            <a:r>
              <a:rPr sz="4000" b="1" dirty="0">
                <a:solidFill>
                  <a:srgbClr val="9E181D"/>
                </a:solidFill>
                <a:latin typeface="Times New Roman"/>
                <a:cs typeface="Times New Roman"/>
              </a:rPr>
              <a:t>LEGALITAS</a:t>
            </a:r>
            <a:endParaRPr sz="4000" dirty="0">
              <a:latin typeface="Times New Roman"/>
              <a:cs typeface="Times New Roman"/>
            </a:endParaRPr>
          </a:p>
        </p:txBody>
      </p:sp>
    </p:spTree>
  </p:cSld>
  <p:clrMapOvr>
    <a:masterClrMapping/>
  </p:clrMapOvr>
  <p:transition spd="slow" advTm="6221">
    <p:comb/>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p:nvPr/>
        </p:nvSpPr>
        <p:spPr>
          <a:xfrm>
            <a:off x="3783177" y="5684977"/>
            <a:ext cx="2878964" cy="4737902"/>
          </a:xfrm>
          <a:prstGeom prst="rect">
            <a:avLst/>
          </a:prstGeom>
          <a:blipFill>
            <a:blip r:embed="rId2" cstate="print"/>
            <a:stretch>
              <a:fillRect/>
            </a:stretch>
          </a:blipFill>
        </p:spPr>
        <p:txBody>
          <a:bodyPr wrap="square" lIns="0" tIns="0" rIns="0" bIns="0" rtlCol="0">
            <a:noAutofit/>
          </a:bodyPr>
          <a:lstStyle/>
          <a:p>
            <a:endParaRPr/>
          </a:p>
        </p:txBody>
      </p:sp>
      <p:sp>
        <p:nvSpPr>
          <p:cNvPr id="10" name="object 10"/>
          <p:cNvSpPr/>
          <p:nvPr/>
        </p:nvSpPr>
        <p:spPr>
          <a:xfrm>
            <a:off x="3843588" y="1132880"/>
            <a:ext cx="2678771" cy="4413778"/>
          </a:xfrm>
          <a:prstGeom prst="rect">
            <a:avLst/>
          </a:prstGeom>
          <a:blipFill>
            <a:blip r:embed="rId3" cstate="print"/>
            <a:stretch>
              <a:fillRect/>
            </a:stretch>
          </a:blipFill>
        </p:spPr>
        <p:txBody>
          <a:bodyPr wrap="square" lIns="0" tIns="0" rIns="0" bIns="0" rtlCol="0">
            <a:noAutofit/>
          </a:bodyPr>
          <a:lstStyle/>
          <a:p>
            <a:endParaRPr/>
          </a:p>
        </p:txBody>
      </p:sp>
      <p:sp>
        <p:nvSpPr>
          <p:cNvPr id="11" name="object 11"/>
          <p:cNvSpPr/>
          <p:nvPr/>
        </p:nvSpPr>
        <p:spPr>
          <a:xfrm>
            <a:off x="6693712" y="-220631"/>
            <a:ext cx="2322110" cy="2012117"/>
          </a:xfrm>
          <a:custGeom>
            <a:avLst/>
            <a:gdLst/>
            <a:ahLst/>
            <a:cxnLst/>
            <a:rect l="l" t="t" r="r" b="b"/>
            <a:pathLst>
              <a:path w="2322110" h="2012117">
                <a:moveTo>
                  <a:pt x="869137" y="220637"/>
                </a:moveTo>
                <a:lnTo>
                  <a:pt x="453805" y="220637"/>
                </a:lnTo>
                <a:lnTo>
                  <a:pt x="0" y="1007106"/>
                </a:lnTo>
                <a:lnTo>
                  <a:pt x="576981" y="2004963"/>
                </a:lnTo>
                <a:lnTo>
                  <a:pt x="869137" y="2004963"/>
                </a:lnTo>
                <a:lnTo>
                  <a:pt x="869137" y="220637"/>
                </a:lnTo>
                <a:close/>
              </a:path>
            </a:pathLst>
          </a:custGeom>
          <a:solidFill>
            <a:srgbClr val="9E181E"/>
          </a:solidFill>
        </p:spPr>
        <p:txBody>
          <a:bodyPr wrap="square" lIns="0" tIns="0" rIns="0" bIns="0" rtlCol="0">
            <a:noAutofit/>
          </a:bodyPr>
          <a:lstStyle/>
          <a:p>
            <a:endParaRPr/>
          </a:p>
        </p:txBody>
      </p:sp>
      <p:sp>
        <p:nvSpPr>
          <p:cNvPr id="5" name="object 5"/>
          <p:cNvSpPr/>
          <p:nvPr/>
        </p:nvSpPr>
        <p:spPr>
          <a:xfrm>
            <a:off x="6244041" y="4591393"/>
            <a:ext cx="2150576" cy="1862717"/>
          </a:xfrm>
          <a:custGeom>
            <a:avLst/>
            <a:gdLst/>
            <a:ahLst/>
            <a:cxnLst/>
            <a:rect l="l" t="t" r="r" b="b"/>
            <a:pathLst>
              <a:path w="2150576" h="1862717">
                <a:moveTo>
                  <a:pt x="1318808" y="0"/>
                </a:moveTo>
                <a:lnTo>
                  <a:pt x="538190" y="0"/>
                </a:lnTo>
                <a:lnTo>
                  <a:pt x="0" y="932329"/>
                </a:lnTo>
                <a:lnTo>
                  <a:pt x="534426" y="1856211"/>
                </a:lnTo>
                <a:lnTo>
                  <a:pt x="1318808" y="1856211"/>
                </a:lnTo>
                <a:lnTo>
                  <a:pt x="1318808" y="0"/>
                </a:lnTo>
                <a:close/>
              </a:path>
            </a:pathLst>
          </a:custGeom>
          <a:solidFill>
            <a:srgbClr val="9E181E"/>
          </a:solidFill>
        </p:spPr>
        <p:txBody>
          <a:bodyPr wrap="square" lIns="0" tIns="0" rIns="0" bIns="0" rtlCol="0">
            <a:noAutofit/>
          </a:bodyPr>
          <a:lstStyle/>
          <a:p>
            <a:endParaRPr/>
          </a:p>
        </p:txBody>
      </p:sp>
      <p:sp>
        <p:nvSpPr>
          <p:cNvPr id="6" name="object 6"/>
          <p:cNvSpPr/>
          <p:nvPr/>
        </p:nvSpPr>
        <p:spPr>
          <a:xfrm>
            <a:off x="7318313" y="2730608"/>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7" name="object 7"/>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sp>
        <p:nvSpPr>
          <p:cNvPr id="8" name="object 8"/>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4" name="object 4"/>
          <p:cNvSpPr/>
          <p:nvPr/>
        </p:nvSpPr>
        <p:spPr>
          <a:xfrm>
            <a:off x="585807" y="1132880"/>
            <a:ext cx="2650171" cy="3746479"/>
          </a:xfrm>
          <a:prstGeom prst="rect">
            <a:avLst/>
          </a:prstGeom>
          <a:blipFill>
            <a:blip r:embed="rId4" cstate="print"/>
            <a:stretch>
              <a:fillRect/>
            </a:stretch>
          </a:blipFill>
        </p:spPr>
        <p:txBody>
          <a:bodyPr wrap="square" lIns="0" tIns="0" rIns="0" bIns="0" rtlCol="0">
            <a:noAutofit/>
          </a:bodyPr>
          <a:lstStyle/>
          <a:p>
            <a:endParaRPr/>
          </a:p>
        </p:txBody>
      </p:sp>
      <p:sp>
        <p:nvSpPr>
          <p:cNvPr id="3" name="object 3"/>
          <p:cNvSpPr/>
          <p:nvPr/>
        </p:nvSpPr>
        <p:spPr>
          <a:xfrm>
            <a:off x="585807" y="5684977"/>
            <a:ext cx="2878964" cy="4737902"/>
          </a:xfrm>
          <a:prstGeom prst="rect">
            <a:avLst/>
          </a:prstGeom>
          <a:blipFill>
            <a:blip r:embed="rId5" cstate="print"/>
            <a:stretch>
              <a:fillRect/>
            </a:stretch>
          </a:blipFill>
        </p:spPr>
        <p:txBody>
          <a:bodyPr wrap="square" lIns="0" tIns="0" rIns="0" bIns="0" rtlCol="0">
            <a:noAutofit/>
          </a:bodyPr>
          <a:lstStyle/>
          <a:p>
            <a:endParaRPr/>
          </a:p>
        </p:txBody>
      </p:sp>
      <p:sp>
        <p:nvSpPr>
          <p:cNvPr id="2" name="object 2"/>
          <p:cNvSpPr txBox="1"/>
          <p:nvPr/>
        </p:nvSpPr>
        <p:spPr>
          <a:xfrm>
            <a:off x="573106" y="411678"/>
            <a:ext cx="3270481" cy="533794"/>
          </a:xfrm>
          <a:prstGeom prst="rect">
            <a:avLst/>
          </a:prstGeom>
        </p:spPr>
        <p:txBody>
          <a:bodyPr wrap="square" lIns="0" tIns="0" rIns="0" bIns="0" rtlCol="0">
            <a:noAutofit/>
          </a:bodyPr>
          <a:lstStyle/>
          <a:p>
            <a:pPr marL="12700">
              <a:lnSpc>
                <a:spcPts val="4085"/>
              </a:lnSpc>
              <a:spcBef>
                <a:spcPts val="204"/>
              </a:spcBef>
            </a:pPr>
            <a:r>
              <a:rPr sz="4000" b="1" dirty="0">
                <a:solidFill>
                  <a:srgbClr val="9E181D"/>
                </a:solidFill>
                <a:latin typeface="Times New Roman"/>
                <a:cs typeface="Times New Roman"/>
              </a:rPr>
              <a:t>LEGALITAS</a:t>
            </a:r>
            <a:endParaRPr sz="4000" dirty="0">
              <a:latin typeface="Times New Roman"/>
              <a:cs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900" advTm="9319">
        <p14:warp dir="in"/>
      </p:transition>
    </mc:Choice>
    <mc:Fallback xmlns="">
      <p:transition spd="slow" advTm="9319">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6244041" y="4591387"/>
            <a:ext cx="2150576" cy="1862717"/>
          </a:xfrm>
          <a:custGeom>
            <a:avLst/>
            <a:gdLst/>
            <a:ahLst/>
            <a:cxnLst/>
            <a:rect l="l" t="t" r="r" b="b"/>
            <a:pathLst>
              <a:path w="2150576" h="1862717">
                <a:moveTo>
                  <a:pt x="1318808" y="0"/>
                </a:moveTo>
                <a:lnTo>
                  <a:pt x="538190" y="0"/>
                </a:lnTo>
                <a:lnTo>
                  <a:pt x="0" y="932329"/>
                </a:lnTo>
                <a:lnTo>
                  <a:pt x="534432" y="1856220"/>
                </a:lnTo>
                <a:lnTo>
                  <a:pt x="1318808" y="1856220"/>
                </a:lnTo>
                <a:lnTo>
                  <a:pt x="1318808" y="0"/>
                </a:lnTo>
                <a:close/>
              </a:path>
            </a:pathLst>
          </a:custGeom>
          <a:solidFill>
            <a:srgbClr val="9E181E"/>
          </a:solidFill>
        </p:spPr>
        <p:txBody>
          <a:bodyPr wrap="square" lIns="0" tIns="0" rIns="0" bIns="0" rtlCol="0">
            <a:noAutofit/>
          </a:bodyPr>
          <a:lstStyle/>
          <a:p>
            <a:endParaRPr/>
          </a:p>
        </p:txBody>
      </p:sp>
      <p:sp>
        <p:nvSpPr>
          <p:cNvPr id="11" name="object 11"/>
          <p:cNvSpPr/>
          <p:nvPr/>
        </p:nvSpPr>
        <p:spPr>
          <a:xfrm>
            <a:off x="3932833" y="5588858"/>
            <a:ext cx="2974296" cy="2194162"/>
          </a:xfrm>
          <a:prstGeom prst="rect">
            <a:avLst/>
          </a:prstGeom>
          <a:blipFill>
            <a:blip r:embed="rId2" cstate="print"/>
            <a:stretch>
              <a:fillRect/>
            </a:stretch>
          </a:blipFill>
        </p:spPr>
        <p:txBody>
          <a:bodyPr wrap="square" lIns="0" tIns="0" rIns="0" bIns="0" rtlCol="0">
            <a:noAutofit/>
          </a:bodyPr>
          <a:lstStyle/>
          <a:p>
            <a:endParaRPr/>
          </a:p>
        </p:txBody>
      </p:sp>
      <p:sp>
        <p:nvSpPr>
          <p:cNvPr id="10" name="object 10"/>
          <p:cNvSpPr/>
          <p:nvPr/>
        </p:nvSpPr>
        <p:spPr>
          <a:xfrm>
            <a:off x="3932834" y="1144341"/>
            <a:ext cx="2974296" cy="4204045"/>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6693712" y="-220631"/>
            <a:ext cx="2322110" cy="2012117"/>
          </a:xfrm>
          <a:custGeom>
            <a:avLst/>
            <a:gdLst/>
            <a:ahLst/>
            <a:cxnLst/>
            <a:rect l="l" t="t" r="r" b="b"/>
            <a:pathLst>
              <a:path w="2322110" h="2012117">
                <a:moveTo>
                  <a:pt x="869137" y="220637"/>
                </a:moveTo>
                <a:lnTo>
                  <a:pt x="453805" y="220637"/>
                </a:lnTo>
                <a:lnTo>
                  <a:pt x="0" y="1007106"/>
                </a:lnTo>
                <a:lnTo>
                  <a:pt x="576981" y="2004963"/>
                </a:lnTo>
                <a:lnTo>
                  <a:pt x="869137" y="2004963"/>
                </a:lnTo>
                <a:lnTo>
                  <a:pt x="869137" y="220637"/>
                </a:lnTo>
                <a:close/>
              </a:path>
            </a:pathLst>
          </a:custGeom>
          <a:solidFill>
            <a:srgbClr val="9E181E"/>
          </a:solidFill>
        </p:spPr>
        <p:txBody>
          <a:bodyPr wrap="square" lIns="0" tIns="0" rIns="0" bIns="0" rtlCol="0">
            <a:noAutofit/>
          </a:bodyPr>
          <a:lstStyle/>
          <a:p>
            <a:endParaRPr/>
          </a:p>
        </p:txBody>
      </p:sp>
      <p:sp>
        <p:nvSpPr>
          <p:cNvPr id="9" name="object 9"/>
          <p:cNvSpPr/>
          <p:nvPr/>
        </p:nvSpPr>
        <p:spPr>
          <a:xfrm>
            <a:off x="7318313" y="2730602"/>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5" name="object 5"/>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sp>
        <p:nvSpPr>
          <p:cNvPr id="6" name="object 6"/>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4" name="object 4"/>
          <p:cNvSpPr/>
          <p:nvPr/>
        </p:nvSpPr>
        <p:spPr>
          <a:xfrm>
            <a:off x="585807" y="1144341"/>
            <a:ext cx="2974296" cy="4204045"/>
          </a:xfrm>
          <a:prstGeom prst="rect">
            <a:avLst/>
          </a:prstGeom>
          <a:blipFill>
            <a:blip r:embed="rId4" cstate="print"/>
            <a:stretch>
              <a:fillRect/>
            </a:stretch>
          </a:blipFill>
        </p:spPr>
        <p:txBody>
          <a:bodyPr wrap="square" lIns="0" tIns="0" rIns="0" bIns="0" rtlCol="0">
            <a:noAutofit/>
          </a:bodyPr>
          <a:lstStyle/>
          <a:p>
            <a:endParaRPr/>
          </a:p>
        </p:txBody>
      </p:sp>
      <p:sp>
        <p:nvSpPr>
          <p:cNvPr id="3" name="object 3"/>
          <p:cNvSpPr/>
          <p:nvPr/>
        </p:nvSpPr>
        <p:spPr>
          <a:xfrm>
            <a:off x="585807" y="5598383"/>
            <a:ext cx="2974296" cy="4204045"/>
          </a:xfrm>
          <a:prstGeom prst="rect">
            <a:avLst/>
          </a:prstGeom>
          <a:blipFill>
            <a:blip r:embed="rId5" cstate="print"/>
            <a:stretch>
              <a:fillRect/>
            </a:stretch>
          </a:blipFill>
        </p:spPr>
        <p:txBody>
          <a:bodyPr wrap="square" lIns="0" tIns="0" rIns="0" bIns="0" rtlCol="0">
            <a:noAutofit/>
          </a:bodyPr>
          <a:lstStyle/>
          <a:p>
            <a:endParaRPr/>
          </a:p>
        </p:txBody>
      </p:sp>
      <p:sp>
        <p:nvSpPr>
          <p:cNvPr id="2" name="object 2"/>
          <p:cNvSpPr txBox="1"/>
          <p:nvPr/>
        </p:nvSpPr>
        <p:spPr>
          <a:xfrm>
            <a:off x="573106" y="411678"/>
            <a:ext cx="3359727" cy="533794"/>
          </a:xfrm>
          <a:prstGeom prst="rect">
            <a:avLst/>
          </a:prstGeom>
        </p:spPr>
        <p:txBody>
          <a:bodyPr wrap="square" lIns="0" tIns="0" rIns="0" bIns="0" rtlCol="0">
            <a:noAutofit/>
          </a:bodyPr>
          <a:lstStyle/>
          <a:p>
            <a:pPr marL="12700">
              <a:lnSpc>
                <a:spcPts val="4085"/>
              </a:lnSpc>
              <a:spcBef>
                <a:spcPts val="204"/>
              </a:spcBef>
            </a:pPr>
            <a:r>
              <a:rPr sz="4000" b="1" dirty="0">
                <a:solidFill>
                  <a:srgbClr val="9E181D"/>
                </a:solidFill>
                <a:latin typeface="Times New Roman"/>
                <a:cs typeface="Times New Roman"/>
              </a:rPr>
              <a:t>LEGALITAS</a:t>
            </a:r>
            <a:endParaRPr sz="4000" dirty="0">
              <a:latin typeface="Times New Roman"/>
              <a:cs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1500" advTm="6495">
        <p:split orient="vert"/>
      </p:transition>
    </mc:Choice>
    <mc:Fallback xmlns="">
      <p:transition spd="slow" advTm="6495">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79677-47C5-4872-AE87-AE81B9EFDF8F}"/>
              </a:ext>
            </a:extLst>
          </p:cNvPr>
          <p:cNvSpPr>
            <a:spLocks noGrp="1"/>
          </p:cNvSpPr>
          <p:nvPr>
            <p:ph type="title"/>
          </p:nvPr>
        </p:nvSpPr>
        <p:spPr>
          <a:xfrm>
            <a:off x="177977" y="596848"/>
            <a:ext cx="6528435" cy="2069351"/>
          </a:xfrm>
        </p:spPr>
        <p:txBody>
          <a:bodyPr/>
          <a:lstStyle/>
          <a:p>
            <a:pPr marL="12700" algn="ctr">
              <a:lnSpc>
                <a:spcPts val="4085"/>
              </a:lnSpc>
              <a:spcBef>
                <a:spcPts val="204"/>
              </a:spcBef>
            </a:pPr>
            <a:r>
              <a:rPr lang="en-ID" sz="2800" b="1" dirty="0">
                <a:solidFill>
                  <a:srgbClr val="9E181D"/>
                </a:solidFill>
                <a:latin typeface="Times New Roman"/>
                <a:cs typeface="Times New Roman"/>
              </a:rPr>
              <a:t>TUJUAN </a:t>
            </a:r>
            <a:br>
              <a:rPr lang="en-ID" sz="2800" b="1" dirty="0">
                <a:solidFill>
                  <a:srgbClr val="9E181D"/>
                </a:solidFill>
                <a:latin typeface="Times New Roman"/>
                <a:cs typeface="Times New Roman"/>
              </a:rPr>
            </a:br>
            <a:r>
              <a:rPr lang="en-ID" sz="2800" b="1" dirty="0">
                <a:solidFill>
                  <a:srgbClr val="9E181D"/>
                </a:solidFill>
                <a:latin typeface="Times New Roman"/>
                <a:cs typeface="Times New Roman"/>
              </a:rPr>
              <a:t>PT IMPALA AKBARINDO</a:t>
            </a:r>
            <a:endParaRPr lang="en-ID" sz="2800" dirty="0">
              <a:latin typeface="Times New Roman"/>
              <a:cs typeface="Times New Roman"/>
            </a:endParaRPr>
          </a:p>
        </p:txBody>
      </p:sp>
      <p:sp>
        <p:nvSpPr>
          <p:cNvPr id="3" name="Content Placeholder 2">
            <a:extLst>
              <a:ext uri="{FF2B5EF4-FFF2-40B4-BE49-F238E27FC236}">
                <a16:creationId xmlns:a16="http://schemas.microsoft.com/office/drawing/2014/main" id="{D09A64D0-C0B9-4BA6-96E6-9C9A5646DF92}"/>
              </a:ext>
            </a:extLst>
          </p:cNvPr>
          <p:cNvSpPr>
            <a:spLocks noGrp="1"/>
          </p:cNvSpPr>
          <p:nvPr>
            <p:ph sz="half" idx="1"/>
          </p:nvPr>
        </p:nvSpPr>
        <p:spPr>
          <a:xfrm>
            <a:off x="319629" y="2218172"/>
            <a:ext cx="7222466" cy="6792922"/>
          </a:xfrm>
        </p:spPr>
        <p:txBody>
          <a:bodyPr/>
          <a:lstStyle/>
          <a:p>
            <a:pPr marL="0" indent="0">
              <a:buNone/>
            </a:pPr>
            <a:r>
              <a:rPr lang="en-ID" b="1" u="sng" dirty="0"/>
              <a:t>CLEANING SERVICE</a:t>
            </a:r>
          </a:p>
          <a:p>
            <a:pPr algn="just"/>
            <a:r>
              <a:rPr lang="en-ID" dirty="0"/>
              <a:t>MENJADIKAN SDM YANG HANDAL DAN BERTANGGUNG JAWAB</a:t>
            </a:r>
          </a:p>
          <a:p>
            <a:pPr algn="just"/>
            <a:r>
              <a:rPr lang="en-ID" dirty="0"/>
              <a:t>MEMBERIKAN JAMINAN HASIL MEMUASKAN TERHADAP KLIEN DENGAN SELALU MENGONTROL HASIL PEKERJAAN</a:t>
            </a:r>
          </a:p>
          <a:p>
            <a:pPr algn="just"/>
            <a:r>
              <a:rPr lang="en-ID" dirty="0"/>
              <a:t>MEBERIKAN JAMINAN KEPADA KLIEN UNTUK CLEANING SERVICE YANG DISPLIN DAN TAAT KEPADA ATURAN</a:t>
            </a:r>
          </a:p>
          <a:p>
            <a:pPr algn="just"/>
            <a:r>
              <a:rPr lang="en-ID" dirty="0"/>
              <a:t>MEMBERIKAN KESEMPATAN UNTUK PERSONIL UNTUK MENGIKUTI PELATIHAN BNSP DASAR CLEANING SERVICE SESUAI DENGAN TUGAS POKOK</a:t>
            </a:r>
          </a:p>
          <a:p>
            <a:pPr marL="0" indent="0" algn="just">
              <a:buNone/>
            </a:pPr>
            <a:endParaRPr lang="en-ID" dirty="0"/>
          </a:p>
        </p:txBody>
      </p:sp>
      <p:sp>
        <p:nvSpPr>
          <p:cNvPr id="5" name="object 7">
            <a:extLst>
              <a:ext uri="{FF2B5EF4-FFF2-40B4-BE49-F238E27FC236}">
                <a16:creationId xmlns:a16="http://schemas.microsoft.com/office/drawing/2014/main" id="{334E66A3-A826-4C0B-AEB7-A235025DDA1A}"/>
              </a:ext>
            </a:extLst>
          </p:cNvPr>
          <p:cNvSpPr/>
          <p:nvPr/>
        </p:nvSpPr>
        <p:spPr>
          <a:xfrm>
            <a:off x="6693712" y="-220631"/>
            <a:ext cx="2322110" cy="2012117"/>
          </a:xfrm>
          <a:custGeom>
            <a:avLst/>
            <a:gdLst/>
            <a:ahLst/>
            <a:cxnLst/>
            <a:rect l="l" t="t" r="r" b="b"/>
            <a:pathLst>
              <a:path w="2322110" h="2012117">
                <a:moveTo>
                  <a:pt x="869137" y="220637"/>
                </a:moveTo>
                <a:lnTo>
                  <a:pt x="453805" y="220637"/>
                </a:lnTo>
                <a:lnTo>
                  <a:pt x="0" y="1007106"/>
                </a:lnTo>
                <a:lnTo>
                  <a:pt x="576981" y="2004963"/>
                </a:lnTo>
                <a:lnTo>
                  <a:pt x="869137" y="2004963"/>
                </a:lnTo>
                <a:lnTo>
                  <a:pt x="869137" y="220637"/>
                </a:lnTo>
                <a:close/>
              </a:path>
            </a:pathLst>
          </a:custGeom>
          <a:solidFill>
            <a:srgbClr val="9E181E"/>
          </a:solidFill>
        </p:spPr>
        <p:txBody>
          <a:bodyPr wrap="square" lIns="0" tIns="0" rIns="0" bIns="0" rtlCol="0">
            <a:noAutofit/>
          </a:bodyPr>
          <a:lstStyle/>
          <a:p>
            <a:endParaRPr/>
          </a:p>
        </p:txBody>
      </p:sp>
      <p:sp>
        <p:nvSpPr>
          <p:cNvPr id="6" name="object 6">
            <a:extLst>
              <a:ext uri="{FF2B5EF4-FFF2-40B4-BE49-F238E27FC236}">
                <a16:creationId xmlns:a16="http://schemas.microsoft.com/office/drawing/2014/main" id="{C6B2C51A-2617-4031-B133-EF9808C8B520}"/>
              </a:ext>
            </a:extLst>
          </p:cNvPr>
          <p:cNvSpPr/>
          <p:nvPr/>
        </p:nvSpPr>
        <p:spPr>
          <a:xfrm>
            <a:off x="7154013" y="7410450"/>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7" name="object 8">
            <a:extLst>
              <a:ext uri="{FF2B5EF4-FFF2-40B4-BE49-F238E27FC236}">
                <a16:creationId xmlns:a16="http://schemas.microsoft.com/office/drawing/2014/main" id="{37E204CE-0DE8-432D-AAB9-5737FFE3B7FD}"/>
              </a:ext>
            </a:extLst>
          </p:cNvPr>
          <p:cNvSpPr/>
          <p:nvPr/>
        </p:nvSpPr>
        <p:spPr>
          <a:xfrm>
            <a:off x="6223000" y="4266948"/>
            <a:ext cx="2150576" cy="1862717"/>
          </a:xfrm>
          <a:custGeom>
            <a:avLst/>
            <a:gdLst/>
            <a:ahLst/>
            <a:cxnLst/>
            <a:rect l="l" t="t" r="r" b="b"/>
            <a:pathLst>
              <a:path w="2150576" h="1862717">
                <a:moveTo>
                  <a:pt x="1318808" y="0"/>
                </a:moveTo>
                <a:lnTo>
                  <a:pt x="538190" y="0"/>
                </a:lnTo>
                <a:lnTo>
                  <a:pt x="0" y="932329"/>
                </a:lnTo>
                <a:lnTo>
                  <a:pt x="534432" y="1856220"/>
                </a:lnTo>
                <a:lnTo>
                  <a:pt x="1318808" y="1856220"/>
                </a:lnTo>
                <a:lnTo>
                  <a:pt x="1318808" y="0"/>
                </a:lnTo>
                <a:close/>
              </a:path>
            </a:pathLst>
          </a:custGeom>
          <a:solidFill>
            <a:srgbClr val="9E181E">
              <a:alpha val="38000"/>
            </a:srgbClr>
          </a:solidFill>
        </p:spPr>
        <p:txBody>
          <a:bodyPr wrap="square" lIns="0" tIns="0" rIns="0" bIns="0" rtlCol="0">
            <a:noAutofit/>
          </a:bodyPr>
          <a:lstStyle/>
          <a:p>
            <a:endParaRPr/>
          </a:p>
        </p:txBody>
      </p:sp>
      <p:sp>
        <p:nvSpPr>
          <p:cNvPr id="8" name="object 7">
            <a:extLst>
              <a:ext uri="{FF2B5EF4-FFF2-40B4-BE49-F238E27FC236}">
                <a16:creationId xmlns:a16="http://schemas.microsoft.com/office/drawing/2014/main" id="{2F275BA6-2E9E-4BB3-94E8-BCF309542D6B}"/>
              </a:ext>
            </a:extLst>
          </p:cNvPr>
          <p:cNvSpPr/>
          <p:nvPr/>
        </p:nvSpPr>
        <p:spPr>
          <a:xfrm>
            <a:off x="5422511" y="8377898"/>
            <a:ext cx="3463005" cy="3268590"/>
          </a:xfrm>
          <a:custGeom>
            <a:avLst/>
            <a:gdLst/>
            <a:ahLst/>
            <a:cxnLst/>
            <a:rect l="l" t="t" r="r" b="b"/>
            <a:pathLst>
              <a:path w="3463005" h="3996734">
                <a:moveTo>
                  <a:pt x="2141856" y="708695"/>
                </a:moveTo>
                <a:lnTo>
                  <a:pt x="2109587" y="652853"/>
                </a:lnTo>
                <a:lnTo>
                  <a:pt x="2109436" y="653025"/>
                </a:lnTo>
                <a:lnTo>
                  <a:pt x="1754950" y="40431"/>
                </a:lnTo>
                <a:lnTo>
                  <a:pt x="554541" y="40431"/>
                </a:lnTo>
                <a:lnTo>
                  <a:pt x="0" y="998669"/>
                </a:lnTo>
                <a:lnTo>
                  <a:pt x="388957" y="1670800"/>
                </a:lnTo>
                <a:lnTo>
                  <a:pt x="1048196" y="2812450"/>
                </a:lnTo>
                <a:lnTo>
                  <a:pt x="2141856" y="2812450"/>
                </a:lnTo>
                <a:lnTo>
                  <a:pt x="2141856" y="708695"/>
                </a:lnTo>
                <a:close/>
              </a:path>
            </a:pathLst>
          </a:custGeom>
          <a:solidFill>
            <a:srgbClr val="040404">
              <a:alpha val="76000"/>
            </a:srgbClr>
          </a:solidFill>
        </p:spPr>
        <p:txBody>
          <a:bodyPr wrap="square" lIns="0" tIns="0" rIns="0" bIns="0" rtlCol="0">
            <a:noAutofit/>
          </a:bodyPr>
          <a:lstStyle/>
          <a:p>
            <a:endParaRPr/>
          </a:p>
        </p:txBody>
      </p:sp>
      <p:sp>
        <p:nvSpPr>
          <p:cNvPr id="9" name="object 7">
            <a:extLst>
              <a:ext uri="{FF2B5EF4-FFF2-40B4-BE49-F238E27FC236}">
                <a16:creationId xmlns:a16="http://schemas.microsoft.com/office/drawing/2014/main" id="{CF0DFD3C-4676-4476-81E6-9CD25BE791A5}"/>
              </a:ext>
            </a:extLst>
          </p:cNvPr>
          <p:cNvSpPr/>
          <p:nvPr/>
        </p:nvSpPr>
        <p:spPr>
          <a:xfrm flipH="1">
            <a:off x="-2159000" y="8445201"/>
            <a:ext cx="5714415" cy="3160865"/>
          </a:xfrm>
          <a:custGeom>
            <a:avLst/>
            <a:gdLst/>
            <a:ahLst/>
            <a:cxnLst/>
            <a:rect l="l" t="t" r="r" b="b"/>
            <a:pathLst>
              <a:path w="3463005" h="3996734">
                <a:moveTo>
                  <a:pt x="2141856" y="708695"/>
                </a:moveTo>
                <a:lnTo>
                  <a:pt x="2109587" y="652853"/>
                </a:lnTo>
                <a:lnTo>
                  <a:pt x="2109436" y="653025"/>
                </a:lnTo>
                <a:lnTo>
                  <a:pt x="1754950" y="40431"/>
                </a:lnTo>
                <a:lnTo>
                  <a:pt x="554541" y="40431"/>
                </a:lnTo>
                <a:lnTo>
                  <a:pt x="0" y="998669"/>
                </a:lnTo>
                <a:lnTo>
                  <a:pt x="388957" y="1670800"/>
                </a:lnTo>
                <a:lnTo>
                  <a:pt x="1048196" y="2812450"/>
                </a:lnTo>
                <a:lnTo>
                  <a:pt x="2141856" y="2812450"/>
                </a:lnTo>
                <a:lnTo>
                  <a:pt x="2141856" y="708695"/>
                </a:lnTo>
                <a:close/>
              </a:path>
            </a:pathLst>
          </a:custGeom>
          <a:solidFill>
            <a:srgbClr val="040404">
              <a:alpha val="54000"/>
            </a:srgbClr>
          </a:solidFill>
        </p:spPr>
        <p:txBody>
          <a:bodyPr wrap="square" lIns="0" tIns="0" rIns="0" bIns="0" rtlCol="0">
            <a:noAutofit/>
          </a:bodyPr>
          <a:lstStyle/>
          <a:p>
            <a:endParaRPr/>
          </a:p>
        </p:txBody>
      </p:sp>
      <p:sp>
        <p:nvSpPr>
          <p:cNvPr id="12" name="Content Placeholder 3">
            <a:extLst>
              <a:ext uri="{FF2B5EF4-FFF2-40B4-BE49-F238E27FC236}">
                <a16:creationId xmlns:a16="http://schemas.microsoft.com/office/drawing/2014/main" id="{0CFA7DCF-7DF6-4CDE-BFDC-B63337068844}"/>
              </a:ext>
            </a:extLst>
          </p:cNvPr>
          <p:cNvSpPr txBox="1">
            <a:spLocks/>
          </p:cNvSpPr>
          <p:nvPr/>
        </p:nvSpPr>
        <p:spPr>
          <a:xfrm>
            <a:off x="335564" y="4853566"/>
            <a:ext cx="7287118" cy="6792922"/>
          </a:xfrm>
          <a:prstGeom prst="rect">
            <a:avLst/>
          </a:prstGeom>
        </p:spPr>
        <p:txBody>
          <a:bodyPr vert="horz" lIns="91440" tIns="45720" rIns="91440" bIns="45720" rtlCol="0">
            <a:normAutofit/>
          </a:bodyPr>
          <a:lstStyle>
            <a:lvl1pPr marL="141915" indent="-141915" algn="l" defTabSz="567660" rtl="0" eaLnBrk="1" latinLnBrk="0" hangingPunct="1">
              <a:lnSpc>
                <a:spcPct val="90000"/>
              </a:lnSpc>
              <a:spcBef>
                <a:spcPts val="621"/>
              </a:spcBef>
              <a:buFont typeface="Arial" panose="020B0604020202020204" pitchFamily="34" charset="0"/>
              <a:buChar char="•"/>
              <a:defRPr sz="1738" kern="1200">
                <a:solidFill>
                  <a:schemeClr val="tx1"/>
                </a:solidFill>
                <a:latin typeface="+mn-lt"/>
                <a:ea typeface="+mn-ea"/>
                <a:cs typeface="+mn-cs"/>
              </a:defRPr>
            </a:lvl1pPr>
            <a:lvl2pPr marL="425745" indent="-141915" algn="l" defTabSz="567660" rtl="0" eaLnBrk="1" latinLnBrk="0" hangingPunct="1">
              <a:lnSpc>
                <a:spcPct val="90000"/>
              </a:lnSpc>
              <a:spcBef>
                <a:spcPts val="310"/>
              </a:spcBef>
              <a:buFont typeface="Arial" panose="020B0604020202020204" pitchFamily="34" charset="0"/>
              <a:buChar char="•"/>
              <a:defRPr sz="1490" kern="1200">
                <a:solidFill>
                  <a:schemeClr val="tx1"/>
                </a:solidFill>
                <a:latin typeface="+mn-lt"/>
                <a:ea typeface="+mn-ea"/>
                <a:cs typeface="+mn-cs"/>
              </a:defRPr>
            </a:lvl2pPr>
            <a:lvl3pPr marL="709574" indent="-141915" algn="l" defTabSz="567660" rtl="0" eaLnBrk="1" latinLnBrk="0" hangingPunct="1">
              <a:lnSpc>
                <a:spcPct val="90000"/>
              </a:lnSpc>
              <a:spcBef>
                <a:spcPts val="310"/>
              </a:spcBef>
              <a:buFont typeface="Arial" panose="020B0604020202020204" pitchFamily="34" charset="0"/>
              <a:buChar char="•"/>
              <a:defRPr sz="1242" kern="1200">
                <a:solidFill>
                  <a:schemeClr val="tx1"/>
                </a:solidFill>
                <a:latin typeface="+mn-lt"/>
                <a:ea typeface="+mn-ea"/>
                <a:cs typeface="+mn-cs"/>
              </a:defRPr>
            </a:lvl3pPr>
            <a:lvl4pPr marL="99340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4pPr>
            <a:lvl5pPr marL="127723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5pPr>
            <a:lvl6pPr marL="156106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6pPr>
            <a:lvl7pPr marL="184489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7pPr>
            <a:lvl8pPr marL="212872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8pPr>
            <a:lvl9pPr marL="241255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9pPr>
          </a:lstStyle>
          <a:p>
            <a:pPr marL="0" indent="0" algn="just">
              <a:buNone/>
            </a:pPr>
            <a:r>
              <a:rPr lang="en-ID" b="1" u="sng" dirty="0"/>
              <a:t>KEAMANAN</a:t>
            </a:r>
          </a:p>
          <a:p>
            <a:pPr algn="just"/>
            <a:r>
              <a:rPr lang="en-ID" dirty="0"/>
              <a:t>MENJADIKAN SDM YANG HANDAL DAN BERTANGGUNG JAWAB </a:t>
            </a:r>
          </a:p>
          <a:p>
            <a:pPr algn="just"/>
            <a:r>
              <a:rPr lang="en-ID" dirty="0"/>
              <a:t>MEMBERIKAN JAMINAN HASIL MEMUASKAN TERHADAP KLIEN</a:t>
            </a:r>
          </a:p>
          <a:p>
            <a:pPr algn="just"/>
            <a:r>
              <a:rPr lang="en-ID" dirty="0"/>
              <a:t>MEBERIKAN JAMINAN KEPADA KLIEN UNTUK ANGGOTA KEAMANAN TAAT PADA ATURAN DAN DISIPLIN DALAM BERKERJA</a:t>
            </a:r>
          </a:p>
          <a:p>
            <a:pPr algn="just"/>
            <a:r>
              <a:rPr lang="en-ID" dirty="0"/>
              <a:t>MEMBERIKAN RASA AMAN KEPADA PIHAK USER DENGAN SELALU PATROLI DAN SIAP SIAGA DI TEMPAT KERJA </a:t>
            </a:r>
          </a:p>
          <a:p>
            <a:pPr algn="just"/>
            <a:r>
              <a:rPr lang="en-ID" dirty="0"/>
              <a:t>MEMBERIKAN KESEMPATAN UNTUK PERSONIL/ANGGOTA KEAMANAN UNTUK MENGIKUTI PELATIHAN DASAR GADA PRATAMA SESUAI DENGAN TUGAS POKOK.</a:t>
            </a:r>
          </a:p>
        </p:txBody>
      </p:sp>
    </p:spTree>
    <p:extLst>
      <p:ext uri="{BB962C8B-B14F-4D97-AF65-F5344CB8AC3E}">
        <p14:creationId xmlns:p14="http://schemas.microsoft.com/office/powerpoint/2010/main" val="1970360673"/>
      </p:ext>
    </p:extLst>
  </p:cSld>
  <p:clrMapOvr>
    <a:masterClrMapping/>
  </p:clrMapOvr>
  <mc:AlternateContent xmlns:mc="http://schemas.openxmlformats.org/markup-compatibility/2006" xmlns:p14="http://schemas.microsoft.com/office/powerpoint/2010/main">
    <mc:Choice Requires="p14">
      <p:transition spd="slow" p14:dur="800" advTm="36388">
        <p:circle/>
      </p:transition>
    </mc:Choice>
    <mc:Fallback xmlns="">
      <p:transition spd="slow" advTm="36388">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E23F9409-9DFB-448D-8E4B-3954A68DFBE9}"/>
              </a:ext>
            </a:extLst>
          </p:cNvPr>
          <p:cNvSpPr txBox="1">
            <a:spLocks/>
          </p:cNvSpPr>
          <p:nvPr/>
        </p:nvSpPr>
        <p:spPr>
          <a:xfrm>
            <a:off x="431800" y="2609850"/>
            <a:ext cx="6998018" cy="6792922"/>
          </a:xfrm>
          <a:prstGeom prst="rect">
            <a:avLst/>
          </a:prstGeom>
        </p:spPr>
        <p:txBody>
          <a:bodyPr vert="horz" lIns="91440" tIns="45720" rIns="91440" bIns="45720" rtlCol="0">
            <a:normAutofit/>
          </a:bodyPr>
          <a:lstStyle>
            <a:lvl1pPr marL="141915" indent="-141915" algn="l" defTabSz="567660" rtl="0" eaLnBrk="1" latinLnBrk="0" hangingPunct="1">
              <a:lnSpc>
                <a:spcPct val="90000"/>
              </a:lnSpc>
              <a:spcBef>
                <a:spcPts val="621"/>
              </a:spcBef>
              <a:buFont typeface="Arial" panose="020B0604020202020204" pitchFamily="34" charset="0"/>
              <a:buChar char="•"/>
              <a:defRPr sz="1738" kern="1200">
                <a:solidFill>
                  <a:schemeClr val="tx1"/>
                </a:solidFill>
                <a:latin typeface="+mn-lt"/>
                <a:ea typeface="+mn-ea"/>
                <a:cs typeface="+mn-cs"/>
              </a:defRPr>
            </a:lvl1pPr>
            <a:lvl2pPr marL="425745" indent="-141915" algn="l" defTabSz="567660" rtl="0" eaLnBrk="1" latinLnBrk="0" hangingPunct="1">
              <a:lnSpc>
                <a:spcPct val="90000"/>
              </a:lnSpc>
              <a:spcBef>
                <a:spcPts val="310"/>
              </a:spcBef>
              <a:buFont typeface="Arial" panose="020B0604020202020204" pitchFamily="34" charset="0"/>
              <a:buChar char="•"/>
              <a:defRPr sz="1490" kern="1200">
                <a:solidFill>
                  <a:schemeClr val="tx1"/>
                </a:solidFill>
                <a:latin typeface="+mn-lt"/>
                <a:ea typeface="+mn-ea"/>
                <a:cs typeface="+mn-cs"/>
              </a:defRPr>
            </a:lvl2pPr>
            <a:lvl3pPr marL="709574" indent="-141915" algn="l" defTabSz="567660" rtl="0" eaLnBrk="1" latinLnBrk="0" hangingPunct="1">
              <a:lnSpc>
                <a:spcPct val="90000"/>
              </a:lnSpc>
              <a:spcBef>
                <a:spcPts val="310"/>
              </a:spcBef>
              <a:buFont typeface="Arial" panose="020B0604020202020204" pitchFamily="34" charset="0"/>
              <a:buChar char="•"/>
              <a:defRPr sz="1242" kern="1200">
                <a:solidFill>
                  <a:schemeClr val="tx1"/>
                </a:solidFill>
                <a:latin typeface="+mn-lt"/>
                <a:ea typeface="+mn-ea"/>
                <a:cs typeface="+mn-cs"/>
              </a:defRPr>
            </a:lvl3pPr>
            <a:lvl4pPr marL="99340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4pPr>
            <a:lvl5pPr marL="127723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5pPr>
            <a:lvl6pPr marL="1561064"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6pPr>
            <a:lvl7pPr marL="184489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7pPr>
            <a:lvl8pPr marL="212872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8pPr>
            <a:lvl9pPr marL="2412553" indent="-141915" algn="l" defTabSz="567660" rtl="0" eaLnBrk="1" latinLnBrk="0" hangingPunct="1">
              <a:lnSpc>
                <a:spcPct val="90000"/>
              </a:lnSpc>
              <a:spcBef>
                <a:spcPts val="310"/>
              </a:spcBef>
              <a:buFont typeface="Arial" panose="020B0604020202020204" pitchFamily="34" charset="0"/>
              <a:buChar char="•"/>
              <a:defRPr sz="1117" kern="1200">
                <a:solidFill>
                  <a:schemeClr val="tx1"/>
                </a:solidFill>
                <a:latin typeface="+mn-lt"/>
                <a:ea typeface="+mn-ea"/>
                <a:cs typeface="+mn-cs"/>
              </a:defRPr>
            </a:lvl9pPr>
          </a:lstStyle>
          <a:p>
            <a:pPr marL="0" indent="0" algn="just">
              <a:buNone/>
            </a:pPr>
            <a:r>
              <a:rPr lang="en-ID" sz="2000" b="1" i="1" u="sng" dirty="0">
                <a:cs typeface="Times New Roman" panose="02020603050405020304" pitchFamily="18" charset="0"/>
              </a:rPr>
              <a:t>CLEANING SERVICE</a:t>
            </a:r>
          </a:p>
          <a:p>
            <a:pPr algn="just">
              <a:lnSpc>
                <a:spcPct val="150000"/>
              </a:lnSpc>
            </a:pPr>
            <a:r>
              <a:rPr lang="en-ID" sz="1800" dirty="0">
                <a:cs typeface="Times New Roman" panose="02020603050405020304" pitchFamily="18" charset="0"/>
              </a:rPr>
              <a:t>SETIAP PAGI RUTIN DI LAKUKAN PENGARAHAN DARI TEAM LEADER (BRIFFING) </a:t>
            </a:r>
          </a:p>
          <a:p>
            <a:pPr algn="just">
              <a:lnSpc>
                <a:spcPct val="150000"/>
              </a:lnSpc>
            </a:pPr>
            <a:r>
              <a:rPr lang="en-ID" sz="1800" dirty="0">
                <a:cs typeface="Times New Roman" panose="02020603050405020304" pitchFamily="18" charset="0"/>
              </a:rPr>
              <a:t>PENGONTROLAN RUTIN OLEH TEAM LEADER DI LAKUKAN KE SETIAP GEDUNG DAN AREA TANGGUNG JAWAB DAN JUGA TIDAK LUPA UNTUK MENCEKLIST KEGIATAN YANG TELAH DI LAKSANAKAN OLEH PETUGAS KEBERSIHANNYA</a:t>
            </a:r>
          </a:p>
          <a:p>
            <a:pPr algn="just">
              <a:lnSpc>
                <a:spcPct val="150000"/>
              </a:lnSpc>
            </a:pPr>
            <a:r>
              <a:rPr lang="en-ID" sz="1800" dirty="0">
                <a:cs typeface="Times New Roman" panose="02020603050405020304" pitchFamily="18" charset="0"/>
              </a:rPr>
              <a:t>SETIAP SATU MINGGU DUA KALI DI LAKUKAN PENGONTROLAN OLEH SUPERVISOR DARI PERUSAHAAN UNTUK TETAP MENJAGA HUBUNGAN BAIK DENGAN USER ATAU KLIEN SERTA MELAKUKAN EVALUASI KERJA DARI PETUGAS KEBERSIHAN</a:t>
            </a:r>
          </a:p>
          <a:p>
            <a:pPr algn="just">
              <a:lnSpc>
                <a:spcPct val="150000"/>
              </a:lnSpc>
            </a:pPr>
            <a:r>
              <a:rPr lang="en-ID" sz="1800" dirty="0">
                <a:cs typeface="Times New Roman" panose="02020603050405020304" pitchFamily="18" charset="0"/>
              </a:rPr>
              <a:t>SATU BULAN SEKALI AKAN DI LAKUKAN TRAINING DASAR CLEANING SERVICE OLEH TRAINER DARI PT IMPALA AKBARINDO</a:t>
            </a:r>
          </a:p>
          <a:p>
            <a:pPr algn="just">
              <a:lnSpc>
                <a:spcPct val="150000"/>
              </a:lnSpc>
            </a:pPr>
            <a:r>
              <a:rPr lang="en-ID" sz="1800" dirty="0">
                <a:cs typeface="Times New Roman" panose="02020603050405020304" pitchFamily="18" charset="0"/>
              </a:rPr>
              <a:t>DAN DUA BULAN SEKALI AKAN DI ADAKAN JUGA TEAM BUILDING OLEH TRAINER  DARI PT IMPALA AKBARINDO</a:t>
            </a:r>
          </a:p>
        </p:txBody>
      </p:sp>
      <p:sp>
        <p:nvSpPr>
          <p:cNvPr id="6" name="Title 1">
            <a:extLst>
              <a:ext uri="{FF2B5EF4-FFF2-40B4-BE49-F238E27FC236}">
                <a16:creationId xmlns:a16="http://schemas.microsoft.com/office/drawing/2014/main" id="{8503B449-CBD9-4D71-8035-7419C1B0C049}"/>
              </a:ext>
            </a:extLst>
          </p:cNvPr>
          <p:cNvSpPr>
            <a:spLocks noGrp="1"/>
          </p:cNvSpPr>
          <p:nvPr>
            <p:ph type="title"/>
          </p:nvPr>
        </p:nvSpPr>
        <p:spPr>
          <a:xfrm>
            <a:off x="520382" y="773957"/>
            <a:ext cx="6528435" cy="1752600"/>
          </a:xfrm>
        </p:spPr>
        <p:txBody>
          <a:bodyPr/>
          <a:lstStyle/>
          <a:p>
            <a:pPr marL="12700" algn="ctr">
              <a:lnSpc>
                <a:spcPts val="4085"/>
              </a:lnSpc>
              <a:spcBef>
                <a:spcPts val="204"/>
              </a:spcBef>
            </a:pPr>
            <a:r>
              <a:rPr lang="en-ID" sz="2800" b="1" dirty="0">
                <a:solidFill>
                  <a:srgbClr val="9E181D"/>
                </a:solidFill>
                <a:latin typeface="Times New Roman"/>
                <a:cs typeface="Times New Roman"/>
              </a:rPr>
              <a:t>RENCANA KERJA  </a:t>
            </a:r>
            <a:br>
              <a:rPr lang="en-ID" sz="2800" b="1" dirty="0">
                <a:solidFill>
                  <a:srgbClr val="9E181D"/>
                </a:solidFill>
                <a:latin typeface="Times New Roman"/>
                <a:cs typeface="Times New Roman"/>
              </a:rPr>
            </a:br>
            <a:r>
              <a:rPr lang="en-ID" sz="2800" b="1" dirty="0">
                <a:solidFill>
                  <a:srgbClr val="9E181D"/>
                </a:solidFill>
                <a:latin typeface="Times New Roman"/>
                <a:cs typeface="Times New Roman"/>
              </a:rPr>
              <a:t>PT IMPALA AKBARINDO</a:t>
            </a:r>
            <a:endParaRPr lang="en-ID" sz="2800" dirty="0">
              <a:latin typeface="Times New Roman"/>
              <a:cs typeface="Times New Roman"/>
            </a:endParaRPr>
          </a:p>
        </p:txBody>
      </p:sp>
      <p:sp>
        <p:nvSpPr>
          <p:cNvPr id="7" name="object 8">
            <a:extLst>
              <a:ext uri="{FF2B5EF4-FFF2-40B4-BE49-F238E27FC236}">
                <a16:creationId xmlns:a16="http://schemas.microsoft.com/office/drawing/2014/main" id="{AA47C632-02F5-4B24-8FF9-D472521BF1DD}"/>
              </a:ext>
            </a:extLst>
          </p:cNvPr>
          <p:cNvSpPr/>
          <p:nvPr/>
        </p:nvSpPr>
        <p:spPr>
          <a:xfrm>
            <a:off x="6223000" y="4266948"/>
            <a:ext cx="2150576" cy="1862717"/>
          </a:xfrm>
          <a:custGeom>
            <a:avLst/>
            <a:gdLst/>
            <a:ahLst/>
            <a:cxnLst/>
            <a:rect l="l" t="t" r="r" b="b"/>
            <a:pathLst>
              <a:path w="2150576" h="1862717">
                <a:moveTo>
                  <a:pt x="1318808" y="0"/>
                </a:moveTo>
                <a:lnTo>
                  <a:pt x="538190" y="0"/>
                </a:lnTo>
                <a:lnTo>
                  <a:pt x="0" y="932329"/>
                </a:lnTo>
                <a:lnTo>
                  <a:pt x="534432" y="1856220"/>
                </a:lnTo>
                <a:lnTo>
                  <a:pt x="1318808" y="1856220"/>
                </a:lnTo>
                <a:lnTo>
                  <a:pt x="1318808" y="0"/>
                </a:lnTo>
                <a:close/>
              </a:path>
            </a:pathLst>
          </a:custGeom>
          <a:solidFill>
            <a:srgbClr val="9E181E">
              <a:alpha val="38000"/>
            </a:srgbClr>
          </a:solidFill>
        </p:spPr>
        <p:txBody>
          <a:bodyPr wrap="square" lIns="0" tIns="0" rIns="0" bIns="0" rtlCol="0">
            <a:noAutofit/>
          </a:bodyPr>
          <a:lstStyle/>
          <a:p>
            <a:endParaRPr/>
          </a:p>
        </p:txBody>
      </p:sp>
      <p:sp>
        <p:nvSpPr>
          <p:cNvPr id="8" name="object 6">
            <a:extLst>
              <a:ext uri="{FF2B5EF4-FFF2-40B4-BE49-F238E27FC236}">
                <a16:creationId xmlns:a16="http://schemas.microsoft.com/office/drawing/2014/main" id="{FEDB4ACF-3653-4CF7-A187-EAFDA58AAA74}"/>
              </a:ext>
            </a:extLst>
          </p:cNvPr>
          <p:cNvSpPr/>
          <p:nvPr/>
        </p:nvSpPr>
        <p:spPr>
          <a:xfrm>
            <a:off x="7318313" y="2730608"/>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9" name="object 11">
            <a:extLst>
              <a:ext uri="{FF2B5EF4-FFF2-40B4-BE49-F238E27FC236}">
                <a16:creationId xmlns:a16="http://schemas.microsoft.com/office/drawing/2014/main" id="{97E405A7-0624-478E-9AAD-6BEB43C2DE0B}"/>
              </a:ext>
            </a:extLst>
          </p:cNvPr>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10" name="object 5">
            <a:extLst>
              <a:ext uri="{FF2B5EF4-FFF2-40B4-BE49-F238E27FC236}">
                <a16:creationId xmlns:a16="http://schemas.microsoft.com/office/drawing/2014/main" id="{CA12CCB3-FFD4-41B9-B38C-E6E93B249BC7}"/>
              </a:ext>
            </a:extLst>
          </p:cNvPr>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sp>
        <p:nvSpPr>
          <p:cNvPr id="11" name="object 7">
            <a:extLst>
              <a:ext uri="{FF2B5EF4-FFF2-40B4-BE49-F238E27FC236}">
                <a16:creationId xmlns:a16="http://schemas.microsoft.com/office/drawing/2014/main" id="{76538D9C-2E0C-4EFD-AE62-DE1F0514C432}"/>
              </a:ext>
            </a:extLst>
          </p:cNvPr>
          <p:cNvSpPr/>
          <p:nvPr/>
        </p:nvSpPr>
        <p:spPr>
          <a:xfrm>
            <a:off x="6693712" y="-220631"/>
            <a:ext cx="2322110" cy="2012117"/>
          </a:xfrm>
          <a:custGeom>
            <a:avLst/>
            <a:gdLst/>
            <a:ahLst/>
            <a:cxnLst/>
            <a:rect l="l" t="t" r="r" b="b"/>
            <a:pathLst>
              <a:path w="2322110" h="2012117">
                <a:moveTo>
                  <a:pt x="869137" y="220637"/>
                </a:moveTo>
                <a:lnTo>
                  <a:pt x="453805" y="220637"/>
                </a:lnTo>
                <a:lnTo>
                  <a:pt x="0" y="1007106"/>
                </a:lnTo>
                <a:lnTo>
                  <a:pt x="576981" y="2004963"/>
                </a:lnTo>
                <a:lnTo>
                  <a:pt x="869137" y="2004963"/>
                </a:lnTo>
                <a:lnTo>
                  <a:pt x="869137" y="220637"/>
                </a:lnTo>
                <a:close/>
              </a:path>
            </a:pathLst>
          </a:custGeom>
          <a:solidFill>
            <a:srgbClr val="9E181E"/>
          </a:solidFill>
        </p:spPr>
        <p:txBody>
          <a:bodyPr wrap="square" lIns="0" tIns="0" rIns="0" bIns="0" rtlCol="0">
            <a:noAutofit/>
          </a:bodyPr>
          <a:lstStyle/>
          <a:p>
            <a:endParaRPr/>
          </a:p>
        </p:txBody>
      </p:sp>
    </p:spTree>
    <p:extLst>
      <p:ext uri="{BB962C8B-B14F-4D97-AF65-F5344CB8AC3E}">
        <p14:creationId xmlns:p14="http://schemas.microsoft.com/office/powerpoint/2010/main" val="500260066"/>
      </p:ext>
    </p:extLst>
  </p:cSld>
  <p:clrMapOvr>
    <a:masterClrMapping/>
  </p:clrMapOvr>
  <mc:AlternateContent xmlns:mc="http://schemas.openxmlformats.org/markup-compatibility/2006" xmlns:p14="http://schemas.microsoft.com/office/powerpoint/2010/main">
    <mc:Choice Requires="p14">
      <p:transition spd="slow" p14:dur="1500" advTm="44254">
        <p:split orient="vert"/>
      </p:transition>
    </mc:Choice>
    <mc:Fallback xmlns="">
      <p:transition spd="slow" advTm="44254">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9C47FFC-87DD-4C5E-8A8B-4F3CA8AC7515}"/>
              </a:ext>
            </a:extLst>
          </p:cNvPr>
          <p:cNvSpPr txBox="1"/>
          <p:nvPr/>
        </p:nvSpPr>
        <p:spPr>
          <a:xfrm>
            <a:off x="307913" y="2305050"/>
            <a:ext cx="7010400" cy="7063472"/>
          </a:xfrm>
          <a:prstGeom prst="rect">
            <a:avLst/>
          </a:prstGeom>
          <a:noFill/>
        </p:spPr>
        <p:txBody>
          <a:bodyPr wrap="square">
            <a:spAutoFit/>
          </a:bodyPr>
          <a:lstStyle/>
          <a:p>
            <a:pPr algn="just">
              <a:lnSpc>
                <a:spcPct val="150000"/>
              </a:lnSpc>
            </a:pPr>
            <a:r>
              <a:rPr lang="en-ID" sz="2000" b="1" u="sng" dirty="0">
                <a:cs typeface="Times New Roman" panose="02020603050405020304" pitchFamily="18" charset="0"/>
              </a:rPr>
              <a:t>KEAMANAN</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SETIAP HARI DI WAJIBKAN SETIAP ANGGOTA KEAMANAN UNTUK MELAKUKAN APEL PAGI </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SETIAP HARI DI LAKUKAN PENGONTROLAN AREA OLEH DANRU DAN MENCATAT HASIL LAPORAN DI DALAM BUKU YANG SUDAH DI SIAPKAN</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SETIAP SATU MINGGU DUA KALI DI LAKUKAN PENGONTROLAN RUTIN OLEH KORDINATOR DARI PERUSAHAAN UNTUK MENJAGA HUBUNGAN BAIK DENGAN PIHAK KLIEN SERTA MEMBERIKAN PENGARAHAN TERKAIT DISIPLIN DAN TANGGUNG JAWAB KEPADA SETIAP ANGGOTA KEAMANAN </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SETIAP SATU BULAN SEKALI AKAN DI ADAKAN PELATIHAN- PELATIHAN DASAR PETUGAS KEAMANAN, SEPERTI PERATURAN BARIS BERBARIS (PBB), SENAM TONGKAT DAN JUGA SENAM BORGOL OLEH TRAINER DARI PT IMPALA AKBARINDO</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DAN SETIAP DUA BULAN SEKALI AKAN DI ADAKAN TEAM BUILDING OLEH TEAM TRAINER DARI PT IMPALA AKBARINDO</a:t>
            </a:r>
          </a:p>
          <a:p>
            <a:pPr marL="285750" indent="-285750" algn="just">
              <a:buFont typeface="Arial" panose="020B0604020202020204" pitchFamily="34" charset="0"/>
              <a:buChar char="•"/>
            </a:pPr>
            <a:endParaRPr lang="en-ID" b="1" u="sng" dirty="0"/>
          </a:p>
        </p:txBody>
      </p:sp>
      <p:sp>
        <p:nvSpPr>
          <p:cNvPr id="9" name="Title 1">
            <a:extLst>
              <a:ext uri="{FF2B5EF4-FFF2-40B4-BE49-F238E27FC236}">
                <a16:creationId xmlns:a16="http://schemas.microsoft.com/office/drawing/2014/main" id="{F8026DEE-0B36-48C2-BFB2-02649C53664E}"/>
              </a:ext>
            </a:extLst>
          </p:cNvPr>
          <p:cNvSpPr>
            <a:spLocks noGrp="1"/>
          </p:cNvSpPr>
          <p:nvPr>
            <p:ph type="title"/>
          </p:nvPr>
        </p:nvSpPr>
        <p:spPr>
          <a:xfrm>
            <a:off x="625579" y="667714"/>
            <a:ext cx="6528435" cy="1828800"/>
          </a:xfrm>
        </p:spPr>
        <p:txBody>
          <a:bodyPr/>
          <a:lstStyle/>
          <a:p>
            <a:pPr marL="12700" algn="ctr">
              <a:lnSpc>
                <a:spcPts val="4085"/>
              </a:lnSpc>
              <a:spcBef>
                <a:spcPts val="204"/>
              </a:spcBef>
            </a:pPr>
            <a:r>
              <a:rPr lang="en-ID" sz="2800" b="1" dirty="0">
                <a:solidFill>
                  <a:srgbClr val="9E181D"/>
                </a:solidFill>
                <a:latin typeface="Times New Roman"/>
                <a:cs typeface="Times New Roman"/>
              </a:rPr>
              <a:t>RENCANA KERJA  </a:t>
            </a:r>
            <a:br>
              <a:rPr lang="en-ID" sz="2800" b="1" dirty="0">
                <a:solidFill>
                  <a:srgbClr val="9E181D"/>
                </a:solidFill>
                <a:latin typeface="Times New Roman"/>
                <a:cs typeface="Times New Roman"/>
              </a:rPr>
            </a:br>
            <a:r>
              <a:rPr lang="en-ID" sz="2800" b="1" dirty="0">
                <a:solidFill>
                  <a:srgbClr val="9E181D"/>
                </a:solidFill>
                <a:latin typeface="Times New Roman"/>
                <a:cs typeface="Times New Roman"/>
              </a:rPr>
              <a:t>PT IMPALA AKBARINDO</a:t>
            </a:r>
            <a:endParaRPr lang="en-ID" sz="2800" dirty="0">
              <a:latin typeface="Times New Roman"/>
              <a:cs typeface="Times New Roman"/>
            </a:endParaRPr>
          </a:p>
        </p:txBody>
      </p:sp>
      <p:sp>
        <p:nvSpPr>
          <p:cNvPr id="10" name="object 7">
            <a:extLst>
              <a:ext uri="{FF2B5EF4-FFF2-40B4-BE49-F238E27FC236}">
                <a16:creationId xmlns:a16="http://schemas.microsoft.com/office/drawing/2014/main" id="{AE1F094A-0387-4F01-9DCF-6FF0B280ED58}"/>
              </a:ext>
            </a:extLst>
          </p:cNvPr>
          <p:cNvSpPr/>
          <p:nvPr/>
        </p:nvSpPr>
        <p:spPr>
          <a:xfrm>
            <a:off x="6693712" y="-220631"/>
            <a:ext cx="2322110" cy="2012117"/>
          </a:xfrm>
          <a:custGeom>
            <a:avLst/>
            <a:gdLst/>
            <a:ahLst/>
            <a:cxnLst/>
            <a:rect l="l" t="t" r="r" b="b"/>
            <a:pathLst>
              <a:path w="2322110" h="2012117">
                <a:moveTo>
                  <a:pt x="869137" y="220637"/>
                </a:moveTo>
                <a:lnTo>
                  <a:pt x="453805" y="220637"/>
                </a:lnTo>
                <a:lnTo>
                  <a:pt x="0" y="1007106"/>
                </a:lnTo>
                <a:lnTo>
                  <a:pt x="576981" y="2004963"/>
                </a:lnTo>
                <a:lnTo>
                  <a:pt x="869137" y="2004963"/>
                </a:lnTo>
                <a:lnTo>
                  <a:pt x="869137" y="220637"/>
                </a:lnTo>
                <a:close/>
              </a:path>
            </a:pathLst>
          </a:custGeom>
          <a:solidFill>
            <a:srgbClr val="9E181E"/>
          </a:solidFill>
        </p:spPr>
        <p:txBody>
          <a:bodyPr wrap="square" lIns="0" tIns="0" rIns="0" bIns="0" rtlCol="0">
            <a:noAutofit/>
          </a:bodyPr>
          <a:lstStyle/>
          <a:p>
            <a:endParaRPr/>
          </a:p>
        </p:txBody>
      </p:sp>
      <p:sp>
        <p:nvSpPr>
          <p:cNvPr id="11" name="object 8">
            <a:extLst>
              <a:ext uri="{FF2B5EF4-FFF2-40B4-BE49-F238E27FC236}">
                <a16:creationId xmlns:a16="http://schemas.microsoft.com/office/drawing/2014/main" id="{B5E8655E-C6B2-490C-B08F-C7894A64F366}"/>
              </a:ext>
            </a:extLst>
          </p:cNvPr>
          <p:cNvSpPr/>
          <p:nvPr/>
        </p:nvSpPr>
        <p:spPr>
          <a:xfrm>
            <a:off x="6223000" y="4266948"/>
            <a:ext cx="2150576" cy="1862717"/>
          </a:xfrm>
          <a:custGeom>
            <a:avLst/>
            <a:gdLst/>
            <a:ahLst/>
            <a:cxnLst/>
            <a:rect l="l" t="t" r="r" b="b"/>
            <a:pathLst>
              <a:path w="2150576" h="1862717">
                <a:moveTo>
                  <a:pt x="1318808" y="0"/>
                </a:moveTo>
                <a:lnTo>
                  <a:pt x="538190" y="0"/>
                </a:lnTo>
                <a:lnTo>
                  <a:pt x="0" y="932329"/>
                </a:lnTo>
                <a:lnTo>
                  <a:pt x="534432" y="1856220"/>
                </a:lnTo>
                <a:lnTo>
                  <a:pt x="1318808" y="1856220"/>
                </a:lnTo>
                <a:lnTo>
                  <a:pt x="1318808" y="0"/>
                </a:lnTo>
                <a:close/>
              </a:path>
            </a:pathLst>
          </a:custGeom>
          <a:solidFill>
            <a:srgbClr val="9E181E">
              <a:alpha val="38000"/>
            </a:srgbClr>
          </a:solidFill>
        </p:spPr>
        <p:txBody>
          <a:bodyPr wrap="square" lIns="0" tIns="0" rIns="0" bIns="0" rtlCol="0">
            <a:noAutofit/>
          </a:bodyPr>
          <a:lstStyle/>
          <a:p>
            <a:endParaRPr/>
          </a:p>
        </p:txBody>
      </p:sp>
      <p:sp>
        <p:nvSpPr>
          <p:cNvPr id="12" name="object 6">
            <a:extLst>
              <a:ext uri="{FF2B5EF4-FFF2-40B4-BE49-F238E27FC236}">
                <a16:creationId xmlns:a16="http://schemas.microsoft.com/office/drawing/2014/main" id="{2E0AC6A4-2205-458D-B92B-8F474ED71E01}"/>
              </a:ext>
            </a:extLst>
          </p:cNvPr>
          <p:cNvSpPr/>
          <p:nvPr/>
        </p:nvSpPr>
        <p:spPr>
          <a:xfrm>
            <a:off x="7318313" y="2730608"/>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13" name="object 11">
            <a:extLst>
              <a:ext uri="{FF2B5EF4-FFF2-40B4-BE49-F238E27FC236}">
                <a16:creationId xmlns:a16="http://schemas.microsoft.com/office/drawing/2014/main" id="{C5D2D23A-A613-417F-ABA4-885F8647A7F6}"/>
              </a:ext>
            </a:extLst>
          </p:cNvPr>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14" name="object 5">
            <a:extLst>
              <a:ext uri="{FF2B5EF4-FFF2-40B4-BE49-F238E27FC236}">
                <a16:creationId xmlns:a16="http://schemas.microsoft.com/office/drawing/2014/main" id="{A930EA89-A224-4EF6-A94D-E0291281D453}"/>
              </a:ext>
            </a:extLst>
          </p:cNvPr>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spTree>
    <p:extLst>
      <p:ext uri="{BB962C8B-B14F-4D97-AF65-F5344CB8AC3E}">
        <p14:creationId xmlns:p14="http://schemas.microsoft.com/office/powerpoint/2010/main" val="3126691661"/>
      </p:ext>
    </p:extLst>
  </p:cSld>
  <p:clrMapOvr>
    <a:masterClrMapping/>
  </p:clrMapOvr>
  <mc:AlternateContent xmlns:mc="http://schemas.openxmlformats.org/markup-compatibility/2006" xmlns:p14="http://schemas.microsoft.com/office/powerpoint/2010/main">
    <mc:Choice Requires="p14">
      <p:transition spd="slow" p14:dur="3400" advTm="38628">
        <p14:reveal/>
      </p:transition>
    </mc:Choice>
    <mc:Fallback xmlns="">
      <p:transition spd="slow" advTm="38628">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9C47FFC-87DD-4C5E-8A8B-4F3CA8AC7515}"/>
              </a:ext>
            </a:extLst>
          </p:cNvPr>
          <p:cNvSpPr txBox="1"/>
          <p:nvPr/>
        </p:nvSpPr>
        <p:spPr>
          <a:xfrm>
            <a:off x="307913" y="2305050"/>
            <a:ext cx="7010400" cy="5401479"/>
          </a:xfrm>
          <a:prstGeom prst="rect">
            <a:avLst/>
          </a:prstGeom>
          <a:noFill/>
        </p:spPr>
        <p:txBody>
          <a:bodyPr wrap="square">
            <a:spAutoFit/>
          </a:bodyPr>
          <a:lstStyle/>
          <a:p>
            <a:pPr algn="just">
              <a:lnSpc>
                <a:spcPct val="150000"/>
              </a:lnSpc>
            </a:pPr>
            <a:r>
              <a:rPr lang="en-ID" sz="2000" b="1" u="sng" dirty="0">
                <a:cs typeface="Times New Roman" panose="02020603050405020304" pitchFamily="18" charset="0"/>
              </a:rPr>
              <a:t>DI RS. JIWA PROVINSI JAWA BARAT</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ANGGOTA KEAMANAN MELAKUKAN APEL PAGI </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PENGONTROLAN AREA OLEH DANRU DAN MENCATAT HASIL LAPORAN DI DALAM BUKU YANG SUDAH DI SIAPKAN</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PENGONTROLAN RUTIN OLEH KORDINATOR WILAYAH DARI PERUSAHAAN  KEPADA SETIAP ANGGOTA KEAMANAN </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SETIAP SATU BULAN TELAH DI LAKSANAKAN PEMBINAAN FISIK DAN MENTAL DARI PT IMPALA AKBARINDO</a:t>
            </a:r>
          </a:p>
          <a:p>
            <a:pPr marL="285750" indent="-285750" algn="just">
              <a:lnSpc>
                <a:spcPct val="150000"/>
              </a:lnSpc>
              <a:buFont typeface="Arial" panose="020B0604020202020204" pitchFamily="34" charset="0"/>
              <a:buChar char="•"/>
            </a:pPr>
            <a:r>
              <a:rPr lang="en-ID" dirty="0">
                <a:cs typeface="Times New Roman" panose="02020603050405020304" pitchFamily="18" charset="0"/>
              </a:rPr>
              <a:t>KOORDINASI BERSAMA PIHAK RS JIWA PROVINSI JAWA BARAT DEMI TETAP TERJAGANYA KOMUNIKASI YANG BAIK DAN LANCAR</a:t>
            </a:r>
          </a:p>
          <a:p>
            <a:pPr algn="just">
              <a:lnSpc>
                <a:spcPct val="150000"/>
              </a:lnSpc>
            </a:pPr>
            <a:endParaRPr lang="en-ID" dirty="0">
              <a:cs typeface="Times New Roman" panose="02020603050405020304" pitchFamily="18" charset="0"/>
            </a:endParaRPr>
          </a:p>
          <a:p>
            <a:pPr algn="just">
              <a:lnSpc>
                <a:spcPct val="150000"/>
              </a:lnSpc>
            </a:pPr>
            <a:endParaRPr lang="en-ID" dirty="0">
              <a:cs typeface="Times New Roman" panose="02020603050405020304" pitchFamily="18" charset="0"/>
            </a:endParaRPr>
          </a:p>
          <a:p>
            <a:pPr algn="just"/>
            <a:endParaRPr lang="en-ID" b="1" u="sng" dirty="0"/>
          </a:p>
        </p:txBody>
      </p:sp>
      <p:sp>
        <p:nvSpPr>
          <p:cNvPr id="9" name="Title 1">
            <a:extLst>
              <a:ext uri="{FF2B5EF4-FFF2-40B4-BE49-F238E27FC236}">
                <a16:creationId xmlns:a16="http://schemas.microsoft.com/office/drawing/2014/main" id="{F8026DEE-0B36-48C2-BFB2-02649C53664E}"/>
              </a:ext>
            </a:extLst>
          </p:cNvPr>
          <p:cNvSpPr>
            <a:spLocks noGrp="1"/>
          </p:cNvSpPr>
          <p:nvPr>
            <p:ph type="title"/>
          </p:nvPr>
        </p:nvSpPr>
        <p:spPr>
          <a:xfrm>
            <a:off x="625579" y="667714"/>
            <a:ext cx="6528435" cy="1637336"/>
          </a:xfrm>
        </p:spPr>
        <p:txBody>
          <a:bodyPr/>
          <a:lstStyle/>
          <a:p>
            <a:pPr marL="12700" algn="ctr">
              <a:lnSpc>
                <a:spcPts val="4085"/>
              </a:lnSpc>
              <a:spcBef>
                <a:spcPts val="204"/>
              </a:spcBef>
            </a:pPr>
            <a:r>
              <a:rPr lang="en-ID" sz="2800" b="1" dirty="0">
                <a:solidFill>
                  <a:srgbClr val="9E181D"/>
                </a:solidFill>
                <a:latin typeface="Times New Roman"/>
                <a:cs typeface="Times New Roman"/>
              </a:rPr>
              <a:t>PROGRAM </a:t>
            </a:r>
            <a:br>
              <a:rPr lang="en-ID" sz="2800" b="1" dirty="0">
                <a:solidFill>
                  <a:srgbClr val="9E181D"/>
                </a:solidFill>
                <a:latin typeface="Times New Roman"/>
                <a:cs typeface="Times New Roman"/>
              </a:rPr>
            </a:br>
            <a:r>
              <a:rPr lang="en-ID" sz="2800" b="1" dirty="0">
                <a:solidFill>
                  <a:srgbClr val="9E181D"/>
                </a:solidFill>
                <a:latin typeface="Times New Roman"/>
                <a:cs typeface="Times New Roman"/>
              </a:rPr>
              <a:t>PT IMPALA AKBARINDO</a:t>
            </a:r>
            <a:br>
              <a:rPr lang="en-ID" sz="2800" b="1" dirty="0">
                <a:solidFill>
                  <a:srgbClr val="9E181D"/>
                </a:solidFill>
                <a:latin typeface="Times New Roman"/>
                <a:cs typeface="Times New Roman"/>
              </a:rPr>
            </a:br>
            <a:r>
              <a:rPr lang="en-ID" sz="2800" b="1" dirty="0">
                <a:solidFill>
                  <a:srgbClr val="9E181D"/>
                </a:solidFill>
                <a:latin typeface="Times New Roman"/>
                <a:cs typeface="Times New Roman"/>
              </a:rPr>
              <a:t>YANG SUDAH BERJALAN </a:t>
            </a:r>
            <a:endParaRPr lang="en-ID" sz="2800" dirty="0">
              <a:latin typeface="Times New Roman"/>
              <a:cs typeface="Times New Roman"/>
            </a:endParaRPr>
          </a:p>
        </p:txBody>
      </p:sp>
      <p:sp>
        <p:nvSpPr>
          <p:cNvPr id="10" name="object 7">
            <a:extLst>
              <a:ext uri="{FF2B5EF4-FFF2-40B4-BE49-F238E27FC236}">
                <a16:creationId xmlns:a16="http://schemas.microsoft.com/office/drawing/2014/main" id="{AE1F094A-0387-4F01-9DCF-6FF0B280ED58}"/>
              </a:ext>
            </a:extLst>
          </p:cNvPr>
          <p:cNvSpPr/>
          <p:nvPr/>
        </p:nvSpPr>
        <p:spPr>
          <a:xfrm>
            <a:off x="6693712" y="-220631"/>
            <a:ext cx="2322110" cy="2012117"/>
          </a:xfrm>
          <a:custGeom>
            <a:avLst/>
            <a:gdLst/>
            <a:ahLst/>
            <a:cxnLst/>
            <a:rect l="l" t="t" r="r" b="b"/>
            <a:pathLst>
              <a:path w="2322110" h="2012117">
                <a:moveTo>
                  <a:pt x="869137" y="220637"/>
                </a:moveTo>
                <a:lnTo>
                  <a:pt x="453805" y="220637"/>
                </a:lnTo>
                <a:lnTo>
                  <a:pt x="0" y="1007106"/>
                </a:lnTo>
                <a:lnTo>
                  <a:pt x="576981" y="2004963"/>
                </a:lnTo>
                <a:lnTo>
                  <a:pt x="869137" y="2004963"/>
                </a:lnTo>
                <a:lnTo>
                  <a:pt x="869137" y="220637"/>
                </a:lnTo>
                <a:close/>
              </a:path>
            </a:pathLst>
          </a:custGeom>
          <a:solidFill>
            <a:srgbClr val="9E181E"/>
          </a:solidFill>
        </p:spPr>
        <p:txBody>
          <a:bodyPr wrap="square" lIns="0" tIns="0" rIns="0" bIns="0" rtlCol="0">
            <a:noAutofit/>
          </a:bodyPr>
          <a:lstStyle/>
          <a:p>
            <a:endParaRPr/>
          </a:p>
        </p:txBody>
      </p:sp>
      <p:sp>
        <p:nvSpPr>
          <p:cNvPr id="11" name="object 8">
            <a:extLst>
              <a:ext uri="{FF2B5EF4-FFF2-40B4-BE49-F238E27FC236}">
                <a16:creationId xmlns:a16="http://schemas.microsoft.com/office/drawing/2014/main" id="{B5E8655E-C6B2-490C-B08F-C7894A64F366}"/>
              </a:ext>
            </a:extLst>
          </p:cNvPr>
          <p:cNvSpPr/>
          <p:nvPr/>
        </p:nvSpPr>
        <p:spPr>
          <a:xfrm>
            <a:off x="6223000" y="4266948"/>
            <a:ext cx="2150576" cy="1862717"/>
          </a:xfrm>
          <a:custGeom>
            <a:avLst/>
            <a:gdLst/>
            <a:ahLst/>
            <a:cxnLst/>
            <a:rect l="l" t="t" r="r" b="b"/>
            <a:pathLst>
              <a:path w="2150576" h="1862717">
                <a:moveTo>
                  <a:pt x="1318808" y="0"/>
                </a:moveTo>
                <a:lnTo>
                  <a:pt x="538190" y="0"/>
                </a:lnTo>
                <a:lnTo>
                  <a:pt x="0" y="932329"/>
                </a:lnTo>
                <a:lnTo>
                  <a:pt x="534432" y="1856220"/>
                </a:lnTo>
                <a:lnTo>
                  <a:pt x="1318808" y="1856220"/>
                </a:lnTo>
                <a:lnTo>
                  <a:pt x="1318808" y="0"/>
                </a:lnTo>
                <a:close/>
              </a:path>
            </a:pathLst>
          </a:custGeom>
          <a:solidFill>
            <a:srgbClr val="9E181E">
              <a:alpha val="38000"/>
            </a:srgbClr>
          </a:solidFill>
        </p:spPr>
        <p:txBody>
          <a:bodyPr wrap="square" lIns="0" tIns="0" rIns="0" bIns="0" rtlCol="0">
            <a:noAutofit/>
          </a:bodyPr>
          <a:lstStyle/>
          <a:p>
            <a:endParaRPr/>
          </a:p>
        </p:txBody>
      </p:sp>
      <p:sp>
        <p:nvSpPr>
          <p:cNvPr id="12" name="object 6">
            <a:extLst>
              <a:ext uri="{FF2B5EF4-FFF2-40B4-BE49-F238E27FC236}">
                <a16:creationId xmlns:a16="http://schemas.microsoft.com/office/drawing/2014/main" id="{2E0AC6A4-2205-458D-B92B-8F474ED71E01}"/>
              </a:ext>
            </a:extLst>
          </p:cNvPr>
          <p:cNvSpPr/>
          <p:nvPr/>
        </p:nvSpPr>
        <p:spPr>
          <a:xfrm>
            <a:off x="7318313" y="2730608"/>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13" name="object 11">
            <a:extLst>
              <a:ext uri="{FF2B5EF4-FFF2-40B4-BE49-F238E27FC236}">
                <a16:creationId xmlns:a16="http://schemas.microsoft.com/office/drawing/2014/main" id="{C5D2D23A-A613-417F-ABA4-885F8647A7F6}"/>
              </a:ext>
            </a:extLst>
          </p:cNvPr>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14" name="object 5">
            <a:extLst>
              <a:ext uri="{FF2B5EF4-FFF2-40B4-BE49-F238E27FC236}">
                <a16:creationId xmlns:a16="http://schemas.microsoft.com/office/drawing/2014/main" id="{A930EA89-A224-4EF6-A94D-E0291281D453}"/>
              </a:ext>
            </a:extLst>
          </p:cNvPr>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sp>
        <p:nvSpPr>
          <p:cNvPr id="2" name="Arrow: Right 1">
            <a:extLst>
              <a:ext uri="{FF2B5EF4-FFF2-40B4-BE49-F238E27FC236}">
                <a16:creationId xmlns:a16="http://schemas.microsoft.com/office/drawing/2014/main" id="{3A9609C2-6995-5225-DC1B-47088370BDD0}"/>
              </a:ext>
            </a:extLst>
          </p:cNvPr>
          <p:cNvSpPr/>
          <p:nvPr/>
        </p:nvSpPr>
        <p:spPr>
          <a:xfrm>
            <a:off x="741823" y="7181850"/>
            <a:ext cx="2133600" cy="304800"/>
          </a:xfrm>
          <a:prstGeom prst="rightArrow">
            <a:avLst/>
          </a:prstGeom>
          <a:solidFill>
            <a:srgbClr val="C0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D">
              <a:solidFill>
                <a:srgbClr val="C00000"/>
              </a:solidFill>
            </a:endParaRPr>
          </a:p>
        </p:txBody>
      </p:sp>
      <p:sp>
        <p:nvSpPr>
          <p:cNvPr id="3" name="Rectangle 2">
            <a:extLst>
              <a:ext uri="{FF2B5EF4-FFF2-40B4-BE49-F238E27FC236}">
                <a16:creationId xmlns:a16="http://schemas.microsoft.com/office/drawing/2014/main" id="{966EFFB7-ECA5-4092-E539-74CFC63F875E}"/>
              </a:ext>
            </a:extLst>
          </p:cNvPr>
          <p:cNvSpPr/>
          <p:nvPr/>
        </p:nvSpPr>
        <p:spPr>
          <a:xfrm>
            <a:off x="3605610" y="6953250"/>
            <a:ext cx="3205892" cy="762000"/>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PROGRAM SEDANG BERLANGSUNG</a:t>
            </a:r>
            <a:endParaRPr lang="en-ID" dirty="0">
              <a:solidFill>
                <a:schemeClr val="bg1"/>
              </a:solidFill>
            </a:endParaRPr>
          </a:p>
        </p:txBody>
      </p:sp>
    </p:spTree>
    <p:extLst>
      <p:ext uri="{BB962C8B-B14F-4D97-AF65-F5344CB8AC3E}">
        <p14:creationId xmlns:p14="http://schemas.microsoft.com/office/powerpoint/2010/main" val="1659394509"/>
      </p:ext>
    </p:extLst>
  </p:cSld>
  <p:clrMapOvr>
    <a:masterClrMapping/>
  </p:clrMapOvr>
  <mc:AlternateContent xmlns:mc="http://schemas.openxmlformats.org/markup-compatibility/2006" xmlns:p14="http://schemas.microsoft.com/office/powerpoint/2010/main">
    <mc:Choice Requires="p14">
      <p:transition spd="slow" p14:dur="3400" advTm="38628">
        <p14:reveal/>
      </p:transition>
    </mc:Choice>
    <mc:Fallback xmlns="">
      <p:transition spd="slow" advTm="38628">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540000" y="-319568"/>
            <a:ext cx="88392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8507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pic>
        <p:nvPicPr>
          <p:cNvPr id="19" name="Picture 18">
            <a:extLst>
              <a:ext uri="{FF2B5EF4-FFF2-40B4-BE49-F238E27FC236}">
                <a16:creationId xmlns:a16="http://schemas.microsoft.com/office/drawing/2014/main" id="{4310283C-7C72-4A34-82C4-67ED8BFACB4F}"/>
              </a:ext>
            </a:extLst>
          </p:cNvPr>
          <p:cNvPicPr>
            <a:picLocks noChangeAspect="1"/>
          </p:cNvPicPr>
          <p:nvPr/>
        </p:nvPicPr>
        <p:blipFill>
          <a:blip r:embed="rId3" cstate="print">
            <a:extLst>
              <a:ext uri="{28A0092B-C50C-407E-A947-70E740481C1C}">
                <a14:useLocalDpi xmlns:a14="http://schemas.microsoft.com/office/drawing/2010/main" val="0"/>
              </a:ext>
            </a:extLst>
          </a:blip>
          <a:srcRect t="15955" b="15955"/>
          <a:stretch/>
        </p:blipFill>
        <p:spPr>
          <a:xfrm>
            <a:off x="2260600" y="3581139"/>
            <a:ext cx="3150398" cy="2974693"/>
          </a:xfrm>
          <a:prstGeom prst="rect">
            <a:avLst/>
          </a:prstGeom>
        </p:spPr>
      </p:pic>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pic>
        <p:nvPicPr>
          <p:cNvPr id="8" name="Picture 7">
            <a:extLst>
              <a:ext uri="{FF2B5EF4-FFF2-40B4-BE49-F238E27FC236}">
                <a16:creationId xmlns:a16="http://schemas.microsoft.com/office/drawing/2014/main" id="{91C0A49F-ECB0-1FAA-4A02-F209F1ABD2F2}"/>
              </a:ext>
            </a:extLst>
          </p:cNvPr>
          <p:cNvPicPr>
            <a:picLocks noChangeAspect="1"/>
          </p:cNvPicPr>
          <p:nvPr/>
        </p:nvPicPr>
        <p:blipFill>
          <a:blip r:embed="rId4" cstate="print">
            <a:extLst>
              <a:ext uri="{28A0092B-C50C-407E-A947-70E740481C1C}">
                <a14:useLocalDpi xmlns:a14="http://schemas.microsoft.com/office/drawing/2010/main" val="0"/>
              </a:ext>
            </a:extLst>
          </a:blip>
          <a:srcRect t="15206" b="15206"/>
          <a:stretch/>
        </p:blipFill>
        <p:spPr>
          <a:xfrm>
            <a:off x="561160" y="6803868"/>
            <a:ext cx="2636879" cy="2841587"/>
          </a:xfrm>
          <a:prstGeom prst="rect">
            <a:avLst/>
          </a:prstGeom>
        </p:spPr>
      </p:pic>
      <p:pic>
        <p:nvPicPr>
          <p:cNvPr id="10" name="Picture 9">
            <a:extLst>
              <a:ext uri="{FF2B5EF4-FFF2-40B4-BE49-F238E27FC236}">
                <a16:creationId xmlns:a16="http://schemas.microsoft.com/office/drawing/2014/main" id="{FBA631CC-9AEA-CA0B-E4C2-DD46968DF9D2}"/>
              </a:ext>
            </a:extLst>
          </p:cNvPr>
          <p:cNvPicPr>
            <a:picLocks noChangeAspect="1"/>
          </p:cNvPicPr>
          <p:nvPr/>
        </p:nvPicPr>
        <p:blipFill>
          <a:blip r:embed="rId5" cstate="print">
            <a:extLst>
              <a:ext uri="{28A0092B-C50C-407E-A947-70E740481C1C}">
                <a14:useLocalDpi xmlns:a14="http://schemas.microsoft.com/office/drawing/2010/main" val="0"/>
              </a:ext>
            </a:extLst>
          </a:blip>
          <a:srcRect t="15206" b="15206"/>
          <a:stretch/>
        </p:blipFill>
        <p:spPr>
          <a:xfrm flipH="1">
            <a:off x="4126414" y="6786485"/>
            <a:ext cx="2569167" cy="2841587"/>
          </a:xfrm>
          <a:prstGeom prst="rect">
            <a:avLst/>
          </a:prstGeom>
        </p:spPr>
      </p:pic>
      <p:sp>
        <p:nvSpPr>
          <p:cNvPr id="11" name="Rectangle 10">
            <a:extLst>
              <a:ext uri="{FF2B5EF4-FFF2-40B4-BE49-F238E27FC236}">
                <a16:creationId xmlns:a16="http://schemas.microsoft.com/office/drawing/2014/main" id="{E12209BE-381B-5729-6EE9-6F1AC576E833}"/>
              </a:ext>
            </a:extLst>
          </p:cNvPr>
          <p:cNvSpPr/>
          <p:nvPr/>
        </p:nvSpPr>
        <p:spPr>
          <a:xfrm>
            <a:off x="3174" y="2240342"/>
            <a:ext cx="7566025" cy="487463"/>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KEGIATAN APEL RUTIN PT IMPALA AKBARINDO</a:t>
            </a:r>
            <a:endParaRPr lang="en-ID" dirty="0">
              <a:solidFill>
                <a:schemeClr val="bg1"/>
              </a:solidFill>
            </a:endParaRPr>
          </a:p>
        </p:txBody>
      </p:sp>
      <p:sp>
        <p:nvSpPr>
          <p:cNvPr id="12" name="Rectangle 11">
            <a:extLst>
              <a:ext uri="{FF2B5EF4-FFF2-40B4-BE49-F238E27FC236}">
                <a16:creationId xmlns:a16="http://schemas.microsoft.com/office/drawing/2014/main" id="{E0102330-CD2F-32CA-F86D-0CFD74E38B15}"/>
              </a:ext>
            </a:extLst>
          </p:cNvPr>
          <p:cNvSpPr/>
          <p:nvPr/>
        </p:nvSpPr>
        <p:spPr>
          <a:xfrm>
            <a:off x="347122" y="2788875"/>
            <a:ext cx="6874955" cy="487463"/>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LOKASI AREA RS JIWA JAWA BARAT DAN GRAHA ATMA KOTA BANDUNG</a:t>
            </a:r>
            <a:endParaRPr lang="en-ID" dirty="0">
              <a:solidFill>
                <a:schemeClr val="bg1"/>
              </a:solidFill>
            </a:endParaRPr>
          </a:p>
        </p:txBody>
      </p:sp>
    </p:spTree>
    <p:extLst>
      <p:ext uri="{BB962C8B-B14F-4D97-AF65-F5344CB8AC3E}">
        <p14:creationId xmlns:p14="http://schemas.microsoft.com/office/powerpoint/2010/main" val="52747142"/>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926362" y="-333218"/>
            <a:ext cx="95250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6983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14" name="Rectangle 13">
            <a:extLst>
              <a:ext uri="{FF2B5EF4-FFF2-40B4-BE49-F238E27FC236}">
                <a16:creationId xmlns:a16="http://schemas.microsoft.com/office/drawing/2014/main" id="{71770194-6B64-3227-9FED-51AC73E19F8E}"/>
              </a:ext>
            </a:extLst>
          </p:cNvPr>
          <p:cNvSpPr/>
          <p:nvPr/>
        </p:nvSpPr>
        <p:spPr>
          <a:xfrm>
            <a:off x="0" y="2205556"/>
            <a:ext cx="7569200" cy="55648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PENGONTROLAN RUTIN OLEH KORDINATOR </a:t>
            </a:r>
          </a:p>
          <a:p>
            <a:pPr algn="ctr"/>
            <a:r>
              <a:rPr lang="en-US" dirty="0">
                <a:solidFill>
                  <a:schemeClr val="bg1"/>
                </a:solidFill>
              </a:rPr>
              <a:t> DARI PT. IMPALA AKBARINDO</a:t>
            </a:r>
            <a:endParaRPr lang="en-ID" dirty="0">
              <a:solidFill>
                <a:schemeClr val="bg1"/>
              </a:solidFill>
            </a:endParaRPr>
          </a:p>
        </p:txBody>
      </p:sp>
      <p:pic>
        <p:nvPicPr>
          <p:cNvPr id="9" name="Picture 8">
            <a:extLst>
              <a:ext uri="{FF2B5EF4-FFF2-40B4-BE49-F238E27FC236}">
                <a16:creationId xmlns:a16="http://schemas.microsoft.com/office/drawing/2014/main" id="{EBAC8A32-0367-1B4B-409C-A753D9763D7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886719" y="6934040"/>
            <a:ext cx="3248104" cy="3262425"/>
          </a:xfrm>
          <a:prstGeom prst="rect">
            <a:avLst/>
          </a:prstGeom>
        </p:spPr>
      </p:pic>
      <p:pic>
        <p:nvPicPr>
          <p:cNvPr id="10" name="Picture 9">
            <a:extLst>
              <a:ext uri="{FF2B5EF4-FFF2-40B4-BE49-F238E27FC236}">
                <a16:creationId xmlns:a16="http://schemas.microsoft.com/office/drawing/2014/main" id="{8AD23C83-F05B-B66B-9BE8-49533059AE2F}"/>
              </a:ext>
            </a:extLst>
          </p:cNvPr>
          <p:cNvPicPr>
            <a:picLocks noChangeAspect="1"/>
          </p:cNvPicPr>
          <p:nvPr/>
        </p:nvPicPr>
        <p:blipFill>
          <a:blip r:embed="rId4" cstate="print">
            <a:extLst>
              <a:ext uri="{28A0092B-C50C-407E-A947-70E740481C1C}">
                <a14:useLocalDpi xmlns:a14="http://schemas.microsoft.com/office/drawing/2010/main" val="0"/>
              </a:ext>
            </a:extLst>
          </a:blip>
          <a:srcRect l="1223" r="1223"/>
          <a:stretch/>
        </p:blipFill>
        <p:spPr>
          <a:xfrm flipH="1">
            <a:off x="3860800" y="3537729"/>
            <a:ext cx="2910504" cy="3075328"/>
          </a:xfrm>
          <a:prstGeom prst="rect">
            <a:avLst/>
          </a:prstGeom>
        </p:spPr>
      </p:pic>
      <p:pic>
        <p:nvPicPr>
          <p:cNvPr id="11" name="Picture 10">
            <a:extLst>
              <a:ext uri="{FF2B5EF4-FFF2-40B4-BE49-F238E27FC236}">
                <a16:creationId xmlns:a16="http://schemas.microsoft.com/office/drawing/2014/main" id="{674CABD2-1A8A-EC8F-EB24-538ED28F5F0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58554" y="3561895"/>
            <a:ext cx="2760896" cy="3075328"/>
          </a:xfrm>
          <a:prstGeom prst="rect">
            <a:avLst/>
          </a:prstGeom>
        </p:spPr>
      </p:pic>
      <p:sp>
        <p:nvSpPr>
          <p:cNvPr id="15" name="Rectangle 14">
            <a:extLst>
              <a:ext uri="{FF2B5EF4-FFF2-40B4-BE49-F238E27FC236}">
                <a16:creationId xmlns:a16="http://schemas.microsoft.com/office/drawing/2014/main" id="{483A89E3-E3F9-622A-25FF-7F1DBF13F5C8}"/>
              </a:ext>
            </a:extLst>
          </p:cNvPr>
          <p:cNvSpPr/>
          <p:nvPr/>
        </p:nvSpPr>
        <p:spPr>
          <a:xfrm>
            <a:off x="1534661" y="2838489"/>
            <a:ext cx="4267200" cy="55648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LOKASI AREA RS JIWA JAWA BARAT</a:t>
            </a:r>
            <a:endParaRPr lang="en-ID" dirty="0">
              <a:solidFill>
                <a:schemeClr val="bg1"/>
              </a:solidFill>
            </a:endParaRPr>
          </a:p>
        </p:txBody>
      </p:sp>
    </p:spTree>
    <p:extLst>
      <p:ext uri="{BB962C8B-B14F-4D97-AF65-F5344CB8AC3E}">
        <p14:creationId xmlns:p14="http://schemas.microsoft.com/office/powerpoint/2010/main" val="525285595"/>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926362" y="-333218"/>
            <a:ext cx="95250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6983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14" name="Rectangle 13">
            <a:extLst>
              <a:ext uri="{FF2B5EF4-FFF2-40B4-BE49-F238E27FC236}">
                <a16:creationId xmlns:a16="http://schemas.microsoft.com/office/drawing/2014/main" id="{71770194-6B64-3227-9FED-51AC73E19F8E}"/>
              </a:ext>
            </a:extLst>
          </p:cNvPr>
          <p:cNvSpPr/>
          <p:nvPr/>
        </p:nvSpPr>
        <p:spPr>
          <a:xfrm>
            <a:off x="0" y="2205556"/>
            <a:ext cx="7569199" cy="55648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PENGONTROLAN RUTIN OLEH KORDINATOR </a:t>
            </a:r>
          </a:p>
          <a:p>
            <a:pPr algn="ctr"/>
            <a:r>
              <a:rPr lang="en-US" dirty="0">
                <a:solidFill>
                  <a:schemeClr val="bg1"/>
                </a:solidFill>
              </a:rPr>
              <a:t> DARI PT. IMPALA AKBARINDO</a:t>
            </a:r>
            <a:endParaRPr lang="en-ID" dirty="0">
              <a:solidFill>
                <a:schemeClr val="bg1"/>
              </a:solidFill>
            </a:endParaRPr>
          </a:p>
        </p:txBody>
      </p:sp>
      <p:sp>
        <p:nvSpPr>
          <p:cNvPr id="15" name="Rectangle 14">
            <a:extLst>
              <a:ext uri="{FF2B5EF4-FFF2-40B4-BE49-F238E27FC236}">
                <a16:creationId xmlns:a16="http://schemas.microsoft.com/office/drawing/2014/main" id="{483A89E3-E3F9-622A-25FF-7F1DBF13F5C8}"/>
              </a:ext>
            </a:extLst>
          </p:cNvPr>
          <p:cNvSpPr/>
          <p:nvPr/>
        </p:nvSpPr>
        <p:spPr>
          <a:xfrm>
            <a:off x="1650999" y="2827980"/>
            <a:ext cx="4267200" cy="55648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LOKASI AREA GRAHA ATMA KOTA BANDUNG</a:t>
            </a:r>
            <a:endParaRPr lang="en-ID" dirty="0">
              <a:solidFill>
                <a:schemeClr val="bg1"/>
              </a:solidFill>
            </a:endParaRPr>
          </a:p>
        </p:txBody>
      </p:sp>
      <p:pic>
        <p:nvPicPr>
          <p:cNvPr id="4" name="Picture 3">
            <a:extLst>
              <a:ext uri="{FF2B5EF4-FFF2-40B4-BE49-F238E27FC236}">
                <a16:creationId xmlns:a16="http://schemas.microsoft.com/office/drawing/2014/main" id="{B183B15F-D0CA-AF67-3802-B0BA8BD90A33}"/>
              </a:ext>
            </a:extLst>
          </p:cNvPr>
          <p:cNvPicPr>
            <a:picLocks noChangeAspect="1"/>
          </p:cNvPicPr>
          <p:nvPr/>
        </p:nvPicPr>
        <p:blipFill>
          <a:blip r:embed="rId3" cstate="print">
            <a:extLst>
              <a:ext uri="{28A0092B-C50C-407E-A947-70E740481C1C}">
                <a14:useLocalDpi xmlns:a14="http://schemas.microsoft.com/office/drawing/2010/main" val="0"/>
              </a:ext>
            </a:extLst>
          </a:blip>
          <a:srcRect t="5029" b="5029"/>
          <a:stretch/>
        </p:blipFill>
        <p:spPr>
          <a:xfrm>
            <a:off x="458554" y="3504010"/>
            <a:ext cx="3021246" cy="3132998"/>
          </a:xfrm>
          <a:prstGeom prst="rect">
            <a:avLst/>
          </a:prstGeom>
        </p:spPr>
      </p:pic>
      <p:pic>
        <p:nvPicPr>
          <p:cNvPr id="6" name="Picture 5">
            <a:extLst>
              <a:ext uri="{FF2B5EF4-FFF2-40B4-BE49-F238E27FC236}">
                <a16:creationId xmlns:a16="http://schemas.microsoft.com/office/drawing/2014/main" id="{3312ECE9-7AD4-FD99-8EAF-CFD9A84943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60800" y="3489423"/>
            <a:ext cx="3097008" cy="3162173"/>
          </a:xfrm>
          <a:prstGeom prst="rect">
            <a:avLst/>
          </a:prstGeom>
        </p:spPr>
      </p:pic>
      <p:pic>
        <p:nvPicPr>
          <p:cNvPr id="7" name="Picture 6">
            <a:extLst>
              <a:ext uri="{FF2B5EF4-FFF2-40B4-BE49-F238E27FC236}">
                <a16:creationId xmlns:a16="http://schemas.microsoft.com/office/drawing/2014/main" id="{8A4F7E92-B280-ACBC-215D-AB6AE2EC5BA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27209" y="6895100"/>
            <a:ext cx="4876800" cy="3132998"/>
          </a:xfrm>
          <a:prstGeom prst="rect">
            <a:avLst/>
          </a:prstGeom>
        </p:spPr>
      </p:pic>
    </p:spTree>
    <p:extLst>
      <p:ext uri="{BB962C8B-B14F-4D97-AF65-F5344CB8AC3E}">
        <p14:creationId xmlns:p14="http://schemas.microsoft.com/office/powerpoint/2010/main" val="692519230"/>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926362" y="-333218"/>
            <a:ext cx="95250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6983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14" name="Rectangle 13">
            <a:extLst>
              <a:ext uri="{FF2B5EF4-FFF2-40B4-BE49-F238E27FC236}">
                <a16:creationId xmlns:a16="http://schemas.microsoft.com/office/drawing/2014/main" id="{71770194-6B64-3227-9FED-51AC73E19F8E}"/>
              </a:ext>
            </a:extLst>
          </p:cNvPr>
          <p:cNvSpPr/>
          <p:nvPr/>
        </p:nvSpPr>
        <p:spPr>
          <a:xfrm>
            <a:off x="22225" y="2205556"/>
            <a:ext cx="7419975" cy="55648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PELATIHAN KEAMANAN PT. IMPALA AKBARINDO </a:t>
            </a:r>
          </a:p>
          <a:p>
            <a:pPr algn="ctr"/>
            <a:r>
              <a:rPr lang="en-US" dirty="0">
                <a:solidFill>
                  <a:schemeClr val="bg1"/>
                </a:solidFill>
              </a:rPr>
              <a:t>DI RS. JIWA PROVINSI JAWA BARAT</a:t>
            </a:r>
            <a:endParaRPr lang="en-ID" dirty="0">
              <a:solidFill>
                <a:schemeClr val="bg1"/>
              </a:solidFill>
            </a:endParaRPr>
          </a:p>
        </p:txBody>
      </p:sp>
      <p:sp>
        <p:nvSpPr>
          <p:cNvPr id="15" name="Rectangle 14">
            <a:extLst>
              <a:ext uri="{FF2B5EF4-FFF2-40B4-BE49-F238E27FC236}">
                <a16:creationId xmlns:a16="http://schemas.microsoft.com/office/drawing/2014/main" id="{483A89E3-E3F9-622A-25FF-7F1DBF13F5C8}"/>
              </a:ext>
            </a:extLst>
          </p:cNvPr>
          <p:cNvSpPr/>
          <p:nvPr/>
        </p:nvSpPr>
        <p:spPr>
          <a:xfrm>
            <a:off x="1498600" y="2869314"/>
            <a:ext cx="4572000" cy="55648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LOKASI AREA RS JIWA PROVINSI JAWA BARAT </a:t>
            </a:r>
            <a:endParaRPr lang="en-ID" dirty="0">
              <a:solidFill>
                <a:schemeClr val="bg1"/>
              </a:solidFill>
            </a:endParaRPr>
          </a:p>
        </p:txBody>
      </p:sp>
      <p:pic>
        <p:nvPicPr>
          <p:cNvPr id="8" name="Picture 7">
            <a:extLst>
              <a:ext uri="{FF2B5EF4-FFF2-40B4-BE49-F238E27FC236}">
                <a16:creationId xmlns:a16="http://schemas.microsoft.com/office/drawing/2014/main" id="{E55B5CF4-6C97-E538-8BB5-78CAABE99868}"/>
              </a:ext>
            </a:extLst>
          </p:cNvPr>
          <p:cNvPicPr>
            <a:picLocks noChangeAspect="1"/>
          </p:cNvPicPr>
          <p:nvPr/>
        </p:nvPicPr>
        <p:blipFill>
          <a:blip r:embed="rId3">
            <a:extLst>
              <a:ext uri="{28A0092B-C50C-407E-A947-70E740481C1C}">
                <a14:useLocalDpi xmlns:a14="http://schemas.microsoft.com/office/drawing/2010/main" val="0"/>
              </a:ext>
            </a:extLst>
          </a:blip>
          <a:srcRect l="19813" r="19813"/>
          <a:stretch/>
        </p:blipFill>
        <p:spPr>
          <a:xfrm>
            <a:off x="281635" y="3498563"/>
            <a:ext cx="3109005" cy="2968783"/>
          </a:xfrm>
          <a:prstGeom prst="rect">
            <a:avLst/>
          </a:prstGeom>
        </p:spPr>
      </p:pic>
      <p:pic>
        <p:nvPicPr>
          <p:cNvPr id="9" name="Picture 8">
            <a:extLst>
              <a:ext uri="{FF2B5EF4-FFF2-40B4-BE49-F238E27FC236}">
                <a16:creationId xmlns:a16="http://schemas.microsoft.com/office/drawing/2014/main" id="{6ADE02B5-092C-8C44-E7CA-A2D73E57C0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832918" y="3482679"/>
            <a:ext cx="3337157" cy="2968782"/>
          </a:xfrm>
          <a:prstGeom prst="rect">
            <a:avLst/>
          </a:prstGeom>
        </p:spPr>
      </p:pic>
      <p:pic>
        <p:nvPicPr>
          <p:cNvPr id="10" name="Picture 9">
            <a:extLst>
              <a:ext uri="{FF2B5EF4-FFF2-40B4-BE49-F238E27FC236}">
                <a16:creationId xmlns:a16="http://schemas.microsoft.com/office/drawing/2014/main" id="{A9D8CBBC-89DB-73A2-A0A2-353F1E86DB6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061" t="-2245" r="19149" b="2245"/>
          <a:stretch/>
        </p:blipFill>
        <p:spPr>
          <a:xfrm>
            <a:off x="2032000" y="6584517"/>
            <a:ext cx="3255758" cy="3889500"/>
          </a:xfrm>
          <a:prstGeom prst="rect">
            <a:avLst/>
          </a:prstGeom>
        </p:spPr>
      </p:pic>
    </p:spTree>
    <p:extLst>
      <p:ext uri="{BB962C8B-B14F-4D97-AF65-F5344CB8AC3E}">
        <p14:creationId xmlns:p14="http://schemas.microsoft.com/office/powerpoint/2010/main" val="3181602265"/>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540000" y="-319568"/>
            <a:ext cx="88392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8507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 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4" name="Rectangle 3">
            <a:extLst>
              <a:ext uri="{FF2B5EF4-FFF2-40B4-BE49-F238E27FC236}">
                <a16:creationId xmlns:a16="http://schemas.microsoft.com/office/drawing/2014/main" id="{6AF474AD-9851-F9B6-A740-E7B45BF590E2}"/>
              </a:ext>
            </a:extLst>
          </p:cNvPr>
          <p:cNvSpPr/>
          <p:nvPr/>
        </p:nvSpPr>
        <p:spPr>
          <a:xfrm>
            <a:off x="153111" y="2313323"/>
            <a:ext cx="7212890" cy="761978"/>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PEMBINAAN FISIK DAN MENTAL PT. IMPALA AKBARINDO</a:t>
            </a:r>
          </a:p>
          <a:p>
            <a:pPr algn="ctr"/>
            <a:r>
              <a:rPr lang="en-US" dirty="0">
                <a:solidFill>
                  <a:schemeClr val="bg1"/>
                </a:solidFill>
              </a:rPr>
              <a:t>DI HADIRI  DRS. ADANG AJIJI, MM. </a:t>
            </a:r>
            <a:r>
              <a:rPr lang="en-US">
                <a:solidFill>
                  <a:schemeClr val="bg1"/>
                </a:solidFill>
              </a:rPr>
              <a:t>SELAKU WAKIL DIREKTUR </a:t>
            </a:r>
          </a:p>
          <a:p>
            <a:pPr algn="ctr"/>
            <a:r>
              <a:rPr lang="en-US">
                <a:solidFill>
                  <a:schemeClr val="bg1"/>
                </a:solidFill>
              </a:rPr>
              <a:t>DI </a:t>
            </a:r>
            <a:r>
              <a:rPr lang="en-US" dirty="0">
                <a:solidFill>
                  <a:schemeClr val="bg1"/>
                </a:solidFill>
              </a:rPr>
              <a:t>AREA RS. JIWA PROVINSI JAWA BARAT</a:t>
            </a:r>
            <a:endParaRPr lang="en-ID" dirty="0">
              <a:solidFill>
                <a:schemeClr val="bg1"/>
              </a:solidFill>
            </a:endParaRPr>
          </a:p>
        </p:txBody>
      </p:sp>
      <p:pic>
        <p:nvPicPr>
          <p:cNvPr id="6" name="Picture 5">
            <a:extLst>
              <a:ext uri="{FF2B5EF4-FFF2-40B4-BE49-F238E27FC236}">
                <a16:creationId xmlns:a16="http://schemas.microsoft.com/office/drawing/2014/main" id="{FA67DA76-C4AB-AB01-398E-E1811FD42FB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530706" y="3392224"/>
            <a:ext cx="4457700" cy="2800350"/>
          </a:xfrm>
          <a:prstGeom prst="rect">
            <a:avLst/>
          </a:prstGeom>
        </p:spPr>
      </p:pic>
      <p:pic>
        <p:nvPicPr>
          <p:cNvPr id="7" name="Picture 6">
            <a:extLst>
              <a:ext uri="{FF2B5EF4-FFF2-40B4-BE49-F238E27FC236}">
                <a16:creationId xmlns:a16="http://schemas.microsoft.com/office/drawing/2014/main" id="{0D0AAE05-8772-B78F-5419-593C926AC4D6}"/>
              </a:ext>
            </a:extLst>
          </p:cNvPr>
          <p:cNvPicPr>
            <a:picLocks noChangeAspect="1"/>
          </p:cNvPicPr>
          <p:nvPr/>
        </p:nvPicPr>
        <p:blipFill>
          <a:blip r:embed="rId4" cstate="print">
            <a:extLst>
              <a:ext uri="{28A0092B-C50C-407E-A947-70E740481C1C}">
                <a14:useLocalDpi xmlns:a14="http://schemas.microsoft.com/office/drawing/2010/main" val="0"/>
              </a:ext>
            </a:extLst>
          </a:blip>
          <a:srcRect l="18730" r="18730"/>
          <a:stretch/>
        </p:blipFill>
        <p:spPr>
          <a:xfrm>
            <a:off x="412526" y="6364418"/>
            <a:ext cx="3295874" cy="3907183"/>
          </a:xfrm>
          <a:prstGeom prst="rect">
            <a:avLst/>
          </a:prstGeom>
        </p:spPr>
      </p:pic>
      <p:pic>
        <p:nvPicPr>
          <p:cNvPr id="9" name="Picture 8">
            <a:extLst>
              <a:ext uri="{FF2B5EF4-FFF2-40B4-BE49-F238E27FC236}">
                <a16:creationId xmlns:a16="http://schemas.microsoft.com/office/drawing/2014/main" id="{683862B5-7FC1-375F-6B0C-02D0D0DFB06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0985" r="17821"/>
          <a:stretch/>
        </p:blipFill>
        <p:spPr>
          <a:xfrm>
            <a:off x="4013200" y="6364419"/>
            <a:ext cx="3156174" cy="3907183"/>
          </a:xfrm>
          <a:prstGeom prst="rect">
            <a:avLst/>
          </a:prstGeom>
        </p:spPr>
      </p:pic>
    </p:spTree>
    <p:extLst>
      <p:ext uri="{BB962C8B-B14F-4D97-AF65-F5344CB8AC3E}">
        <p14:creationId xmlns:p14="http://schemas.microsoft.com/office/powerpoint/2010/main" val="1854856167"/>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540000" y="-319568"/>
            <a:ext cx="88392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8507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 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4" name="Rectangle 3">
            <a:extLst>
              <a:ext uri="{FF2B5EF4-FFF2-40B4-BE49-F238E27FC236}">
                <a16:creationId xmlns:a16="http://schemas.microsoft.com/office/drawing/2014/main" id="{6AF474AD-9851-F9B6-A740-E7B45BF590E2}"/>
              </a:ext>
            </a:extLst>
          </p:cNvPr>
          <p:cNvSpPr/>
          <p:nvPr/>
        </p:nvSpPr>
        <p:spPr>
          <a:xfrm>
            <a:off x="153111" y="2313323"/>
            <a:ext cx="7212890" cy="761978"/>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PEMBINAAN FISIK DAN MENTAL PT. IMPALA AKBARINDO</a:t>
            </a:r>
          </a:p>
          <a:p>
            <a:pPr algn="ctr"/>
            <a:r>
              <a:rPr lang="en-US" dirty="0">
                <a:solidFill>
                  <a:schemeClr val="bg1"/>
                </a:solidFill>
              </a:rPr>
              <a:t>DI AREA RS. JIWA PROVINSI JAWA BARAT</a:t>
            </a:r>
            <a:endParaRPr lang="en-ID" dirty="0">
              <a:solidFill>
                <a:schemeClr val="bg1"/>
              </a:solidFill>
            </a:endParaRPr>
          </a:p>
        </p:txBody>
      </p:sp>
      <p:pic>
        <p:nvPicPr>
          <p:cNvPr id="8" name="Picture 7">
            <a:extLst>
              <a:ext uri="{FF2B5EF4-FFF2-40B4-BE49-F238E27FC236}">
                <a16:creationId xmlns:a16="http://schemas.microsoft.com/office/drawing/2014/main" id="{8C4C913D-2A90-AE92-9A3C-B2B7581F156E}"/>
              </a:ext>
            </a:extLst>
          </p:cNvPr>
          <p:cNvPicPr>
            <a:picLocks noChangeAspect="1"/>
          </p:cNvPicPr>
          <p:nvPr/>
        </p:nvPicPr>
        <p:blipFill>
          <a:blip r:embed="rId3" cstate="print">
            <a:extLst>
              <a:ext uri="{28A0092B-C50C-407E-A947-70E740481C1C}">
                <a14:useLocalDpi xmlns:a14="http://schemas.microsoft.com/office/drawing/2010/main" val="0"/>
              </a:ext>
            </a:extLst>
          </a:blip>
          <a:srcRect l="9786" r="9786"/>
          <a:stretch/>
        </p:blipFill>
        <p:spPr>
          <a:xfrm>
            <a:off x="3556000" y="6373326"/>
            <a:ext cx="3554646" cy="2899170"/>
          </a:xfrm>
          <a:prstGeom prst="rect">
            <a:avLst/>
          </a:prstGeom>
        </p:spPr>
      </p:pic>
      <p:sp>
        <p:nvSpPr>
          <p:cNvPr id="10" name="Rectangle 9">
            <a:extLst>
              <a:ext uri="{FF2B5EF4-FFF2-40B4-BE49-F238E27FC236}">
                <a16:creationId xmlns:a16="http://schemas.microsoft.com/office/drawing/2014/main" id="{B8C69004-642A-2C2C-BDED-E117F4AA38F3}"/>
              </a:ext>
            </a:extLst>
          </p:cNvPr>
          <p:cNvSpPr/>
          <p:nvPr/>
        </p:nvSpPr>
        <p:spPr>
          <a:xfrm>
            <a:off x="127862" y="3986655"/>
            <a:ext cx="2121746" cy="1074112"/>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PELATIHAN BARIS BERBARIS</a:t>
            </a:r>
            <a:endParaRPr lang="en-ID" dirty="0">
              <a:solidFill>
                <a:schemeClr val="bg1"/>
              </a:solidFill>
            </a:endParaRPr>
          </a:p>
        </p:txBody>
      </p:sp>
      <p:sp>
        <p:nvSpPr>
          <p:cNvPr id="11" name="Arrow: Right 10">
            <a:extLst>
              <a:ext uri="{FF2B5EF4-FFF2-40B4-BE49-F238E27FC236}">
                <a16:creationId xmlns:a16="http://schemas.microsoft.com/office/drawing/2014/main" id="{9CE8664D-55CB-CB6F-B61D-D2F8F99FD017}"/>
              </a:ext>
            </a:extLst>
          </p:cNvPr>
          <p:cNvSpPr/>
          <p:nvPr/>
        </p:nvSpPr>
        <p:spPr>
          <a:xfrm>
            <a:off x="2486336" y="4359900"/>
            <a:ext cx="728216" cy="327621"/>
          </a:xfrm>
          <a:prstGeom prst="rightArrow">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13" name="Rectangle 12">
            <a:extLst>
              <a:ext uri="{FF2B5EF4-FFF2-40B4-BE49-F238E27FC236}">
                <a16:creationId xmlns:a16="http://schemas.microsoft.com/office/drawing/2014/main" id="{1BDE21E1-29FD-6A4B-97E8-0BD0C53BFE55}"/>
              </a:ext>
            </a:extLst>
          </p:cNvPr>
          <p:cNvSpPr/>
          <p:nvPr/>
        </p:nvSpPr>
        <p:spPr>
          <a:xfrm>
            <a:off x="175336" y="7134781"/>
            <a:ext cx="2121746" cy="1074112"/>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PELATIHAN SENAM BORGOL</a:t>
            </a:r>
            <a:endParaRPr lang="en-ID" dirty="0">
              <a:solidFill>
                <a:schemeClr val="bg1"/>
              </a:solidFill>
            </a:endParaRPr>
          </a:p>
        </p:txBody>
      </p:sp>
      <p:sp>
        <p:nvSpPr>
          <p:cNvPr id="14" name="Arrow: Right 13">
            <a:extLst>
              <a:ext uri="{FF2B5EF4-FFF2-40B4-BE49-F238E27FC236}">
                <a16:creationId xmlns:a16="http://schemas.microsoft.com/office/drawing/2014/main" id="{1FF77269-4CF6-C61C-0F90-41765B755FD4}"/>
              </a:ext>
            </a:extLst>
          </p:cNvPr>
          <p:cNvSpPr/>
          <p:nvPr/>
        </p:nvSpPr>
        <p:spPr>
          <a:xfrm>
            <a:off x="2486336" y="7508026"/>
            <a:ext cx="728216" cy="327621"/>
          </a:xfrm>
          <a:prstGeom prst="rightArrow">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pic>
        <p:nvPicPr>
          <p:cNvPr id="15" name="Picture 14">
            <a:extLst>
              <a:ext uri="{FF2B5EF4-FFF2-40B4-BE49-F238E27FC236}">
                <a16:creationId xmlns:a16="http://schemas.microsoft.com/office/drawing/2014/main" id="{8AFC514A-2FDD-83A1-B6CA-7E8C5A62819D}"/>
              </a:ext>
            </a:extLst>
          </p:cNvPr>
          <p:cNvPicPr>
            <a:picLocks noChangeAspect="1"/>
          </p:cNvPicPr>
          <p:nvPr/>
        </p:nvPicPr>
        <p:blipFill>
          <a:blip r:embed="rId4" cstate="print">
            <a:extLst>
              <a:ext uri="{28A0092B-C50C-407E-A947-70E740481C1C}">
                <a14:useLocalDpi xmlns:a14="http://schemas.microsoft.com/office/drawing/2010/main" val="0"/>
              </a:ext>
            </a:extLst>
          </a:blip>
          <a:srcRect l="17821" r="17821"/>
          <a:stretch/>
        </p:blipFill>
        <p:spPr>
          <a:xfrm>
            <a:off x="3556000" y="3331223"/>
            <a:ext cx="3544162" cy="2841587"/>
          </a:xfrm>
          <a:prstGeom prst="rect">
            <a:avLst/>
          </a:prstGeom>
        </p:spPr>
      </p:pic>
    </p:spTree>
    <p:extLst>
      <p:ext uri="{BB962C8B-B14F-4D97-AF65-F5344CB8AC3E}">
        <p14:creationId xmlns:p14="http://schemas.microsoft.com/office/powerpoint/2010/main" val="3330865144"/>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540000" y="-319568"/>
            <a:ext cx="88392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8507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 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4" name="Rectangle 3">
            <a:extLst>
              <a:ext uri="{FF2B5EF4-FFF2-40B4-BE49-F238E27FC236}">
                <a16:creationId xmlns:a16="http://schemas.microsoft.com/office/drawing/2014/main" id="{6AF474AD-9851-F9B6-A740-E7B45BF590E2}"/>
              </a:ext>
            </a:extLst>
          </p:cNvPr>
          <p:cNvSpPr/>
          <p:nvPr/>
        </p:nvSpPr>
        <p:spPr>
          <a:xfrm>
            <a:off x="153111" y="2313323"/>
            <a:ext cx="7212890" cy="761978"/>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PEMBINAAN FISIK DAN MENTAL PT. IMPALA AKBARINDO</a:t>
            </a:r>
          </a:p>
          <a:p>
            <a:pPr algn="ctr"/>
            <a:r>
              <a:rPr lang="en-US" dirty="0">
                <a:solidFill>
                  <a:schemeClr val="bg1"/>
                </a:solidFill>
              </a:rPr>
              <a:t>DI AREA RS. JIWA PROVINSI JAWA BARAT</a:t>
            </a:r>
            <a:endParaRPr lang="en-ID" dirty="0">
              <a:solidFill>
                <a:schemeClr val="bg1"/>
              </a:solidFill>
            </a:endParaRPr>
          </a:p>
        </p:txBody>
      </p:sp>
      <p:sp>
        <p:nvSpPr>
          <p:cNvPr id="10" name="Rectangle 9">
            <a:extLst>
              <a:ext uri="{FF2B5EF4-FFF2-40B4-BE49-F238E27FC236}">
                <a16:creationId xmlns:a16="http://schemas.microsoft.com/office/drawing/2014/main" id="{B8C69004-642A-2C2C-BDED-E117F4AA38F3}"/>
              </a:ext>
            </a:extLst>
          </p:cNvPr>
          <p:cNvSpPr/>
          <p:nvPr/>
        </p:nvSpPr>
        <p:spPr>
          <a:xfrm>
            <a:off x="180363" y="3967245"/>
            <a:ext cx="2169220" cy="113779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PELATIHAN PENGUNAAN HIDRAN</a:t>
            </a:r>
            <a:endParaRPr lang="en-ID" dirty="0">
              <a:solidFill>
                <a:schemeClr val="bg1"/>
              </a:solidFill>
            </a:endParaRPr>
          </a:p>
        </p:txBody>
      </p:sp>
      <p:sp>
        <p:nvSpPr>
          <p:cNvPr id="11" name="Arrow: Right 10">
            <a:extLst>
              <a:ext uri="{FF2B5EF4-FFF2-40B4-BE49-F238E27FC236}">
                <a16:creationId xmlns:a16="http://schemas.microsoft.com/office/drawing/2014/main" id="{9CE8664D-55CB-CB6F-B61D-D2F8F99FD017}"/>
              </a:ext>
            </a:extLst>
          </p:cNvPr>
          <p:cNvSpPr/>
          <p:nvPr/>
        </p:nvSpPr>
        <p:spPr>
          <a:xfrm>
            <a:off x="2602533" y="4372331"/>
            <a:ext cx="728216" cy="327621"/>
          </a:xfrm>
          <a:prstGeom prst="rightArrow">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13" name="Rectangle 12">
            <a:extLst>
              <a:ext uri="{FF2B5EF4-FFF2-40B4-BE49-F238E27FC236}">
                <a16:creationId xmlns:a16="http://schemas.microsoft.com/office/drawing/2014/main" id="{1BDE21E1-29FD-6A4B-97E8-0BD0C53BFE55}"/>
              </a:ext>
            </a:extLst>
          </p:cNvPr>
          <p:cNvSpPr/>
          <p:nvPr/>
        </p:nvSpPr>
        <p:spPr>
          <a:xfrm>
            <a:off x="180363" y="7134780"/>
            <a:ext cx="2121746" cy="1074112"/>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PENGARAHAN DARI KORDINATOR </a:t>
            </a:r>
          </a:p>
          <a:p>
            <a:pPr algn="ctr"/>
            <a:r>
              <a:rPr lang="en-US" dirty="0">
                <a:solidFill>
                  <a:schemeClr val="bg1"/>
                </a:solidFill>
              </a:rPr>
              <a:t>AREA</a:t>
            </a:r>
            <a:endParaRPr lang="en-ID" dirty="0">
              <a:solidFill>
                <a:schemeClr val="bg1"/>
              </a:solidFill>
            </a:endParaRPr>
          </a:p>
        </p:txBody>
      </p:sp>
      <p:sp>
        <p:nvSpPr>
          <p:cNvPr id="14" name="Arrow: Right 13">
            <a:extLst>
              <a:ext uri="{FF2B5EF4-FFF2-40B4-BE49-F238E27FC236}">
                <a16:creationId xmlns:a16="http://schemas.microsoft.com/office/drawing/2014/main" id="{1FF77269-4CF6-C61C-0F90-41765B755FD4}"/>
              </a:ext>
            </a:extLst>
          </p:cNvPr>
          <p:cNvSpPr/>
          <p:nvPr/>
        </p:nvSpPr>
        <p:spPr>
          <a:xfrm>
            <a:off x="2602533" y="7466989"/>
            <a:ext cx="728216" cy="327621"/>
          </a:xfrm>
          <a:prstGeom prst="rightArrow">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pic>
        <p:nvPicPr>
          <p:cNvPr id="6" name="Picture 5">
            <a:extLst>
              <a:ext uri="{FF2B5EF4-FFF2-40B4-BE49-F238E27FC236}">
                <a16:creationId xmlns:a16="http://schemas.microsoft.com/office/drawing/2014/main" id="{8E7409E0-407C-CE93-7CE8-8C7031CD3C31}"/>
              </a:ext>
            </a:extLst>
          </p:cNvPr>
          <p:cNvPicPr>
            <a:picLocks noChangeAspect="1"/>
          </p:cNvPicPr>
          <p:nvPr/>
        </p:nvPicPr>
        <p:blipFill>
          <a:blip r:embed="rId3" cstate="print">
            <a:extLst>
              <a:ext uri="{28A0092B-C50C-407E-A947-70E740481C1C}">
                <a14:useLocalDpi xmlns:a14="http://schemas.microsoft.com/office/drawing/2010/main" val="0"/>
              </a:ext>
            </a:extLst>
          </a:blip>
          <a:srcRect l="15357" r="15357"/>
          <a:stretch/>
        </p:blipFill>
        <p:spPr>
          <a:xfrm flipH="1">
            <a:off x="3479799" y="3269277"/>
            <a:ext cx="3779897" cy="2841587"/>
          </a:xfrm>
          <a:prstGeom prst="rect">
            <a:avLst/>
          </a:prstGeom>
        </p:spPr>
      </p:pic>
      <p:pic>
        <p:nvPicPr>
          <p:cNvPr id="7" name="Picture 6">
            <a:extLst>
              <a:ext uri="{FF2B5EF4-FFF2-40B4-BE49-F238E27FC236}">
                <a16:creationId xmlns:a16="http://schemas.microsoft.com/office/drawing/2014/main" id="{703DEAD6-6B92-FC14-C9CD-A900D6296F50}"/>
              </a:ext>
            </a:extLst>
          </p:cNvPr>
          <p:cNvPicPr>
            <a:picLocks noChangeAspect="1"/>
          </p:cNvPicPr>
          <p:nvPr/>
        </p:nvPicPr>
        <p:blipFill>
          <a:blip r:embed="rId4" cstate="print">
            <a:extLst>
              <a:ext uri="{28A0092B-C50C-407E-A947-70E740481C1C}">
                <a14:useLocalDpi xmlns:a14="http://schemas.microsoft.com/office/drawing/2010/main" val="0"/>
              </a:ext>
            </a:extLst>
          </a:blip>
          <a:srcRect l="9786" r="9786"/>
          <a:stretch/>
        </p:blipFill>
        <p:spPr>
          <a:xfrm>
            <a:off x="3479798" y="6411895"/>
            <a:ext cx="3779898" cy="2899170"/>
          </a:xfrm>
          <a:prstGeom prst="rect">
            <a:avLst/>
          </a:prstGeom>
        </p:spPr>
      </p:pic>
    </p:spTree>
    <p:extLst>
      <p:ext uri="{BB962C8B-B14F-4D97-AF65-F5344CB8AC3E}">
        <p14:creationId xmlns:p14="http://schemas.microsoft.com/office/powerpoint/2010/main" val="558936372"/>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724168" y="-261056"/>
            <a:ext cx="88392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8507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 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4" name="Rectangle 3">
            <a:extLst>
              <a:ext uri="{FF2B5EF4-FFF2-40B4-BE49-F238E27FC236}">
                <a16:creationId xmlns:a16="http://schemas.microsoft.com/office/drawing/2014/main" id="{6AF474AD-9851-F9B6-A740-E7B45BF590E2}"/>
              </a:ext>
            </a:extLst>
          </p:cNvPr>
          <p:cNvSpPr/>
          <p:nvPr/>
        </p:nvSpPr>
        <p:spPr>
          <a:xfrm>
            <a:off x="52138" y="2304609"/>
            <a:ext cx="7569200" cy="973637"/>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LAPORAN HASIL KEGIATAN PT. IMPALA AKBARINDO</a:t>
            </a:r>
          </a:p>
          <a:p>
            <a:pPr algn="ctr"/>
            <a:r>
              <a:rPr lang="en-US" dirty="0">
                <a:solidFill>
                  <a:schemeClr val="bg1"/>
                </a:solidFill>
              </a:rPr>
              <a:t>KEPADA IBU PRIMALENTI, </a:t>
            </a:r>
            <a:r>
              <a:rPr lang="en-US" dirty="0" err="1">
                <a:solidFill>
                  <a:schemeClr val="bg1"/>
                </a:solidFill>
              </a:rPr>
              <a:t>S.Sos</a:t>
            </a:r>
            <a:r>
              <a:rPr lang="en-US" dirty="0">
                <a:solidFill>
                  <a:schemeClr val="bg1"/>
                </a:solidFill>
              </a:rPr>
              <a:t>, MM. SELAKU KEPALA BAGIAN UMUM</a:t>
            </a:r>
          </a:p>
          <a:p>
            <a:pPr algn="ctr"/>
            <a:r>
              <a:rPr lang="en-US" dirty="0">
                <a:solidFill>
                  <a:schemeClr val="bg1"/>
                </a:solidFill>
              </a:rPr>
              <a:t>DI AREA RS. JIWA PROVINSI JAWA BARAT</a:t>
            </a:r>
          </a:p>
        </p:txBody>
      </p:sp>
      <p:pic>
        <p:nvPicPr>
          <p:cNvPr id="8" name="Picture 7">
            <a:extLst>
              <a:ext uri="{FF2B5EF4-FFF2-40B4-BE49-F238E27FC236}">
                <a16:creationId xmlns:a16="http://schemas.microsoft.com/office/drawing/2014/main" id="{9A639833-B0C5-FE18-3E3D-69B2C2F74D2A}"/>
              </a:ext>
            </a:extLst>
          </p:cNvPr>
          <p:cNvPicPr>
            <a:picLocks noChangeAspect="1"/>
          </p:cNvPicPr>
          <p:nvPr/>
        </p:nvPicPr>
        <p:blipFill>
          <a:blip r:embed="rId3" cstate="print">
            <a:extLst>
              <a:ext uri="{28A0092B-C50C-407E-A947-70E740481C1C}">
                <a14:useLocalDpi xmlns:a14="http://schemas.microsoft.com/office/drawing/2010/main" val="0"/>
              </a:ext>
            </a:extLst>
          </a:blip>
          <a:srcRect l="13988" r="13988"/>
          <a:stretch/>
        </p:blipFill>
        <p:spPr>
          <a:xfrm>
            <a:off x="2372096" y="3378985"/>
            <a:ext cx="2774919" cy="2899170"/>
          </a:xfrm>
          <a:prstGeom prst="rect">
            <a:avLst/>
          </a:prstGeom>
        </p:spPr>
      </p:pic>
      <p:pic>
        <p:nvPicPr>
          <p:cNvPr id="10" name="Picture 9">
            <a:extLst>
              <a:ext uri="{FF2B5EF4-FFF2-40B4-BE49-F238E27FC236}">
                <a16:creationId xmlns:a16="http://schemas.microsoft.com/office/drawing/2014/main" id="{05CE81FA-6EB7-8A71-03B5-DF3093CFF46E}"/>
              </a:ext>
            </a:extLst>
          </p:cNvPr>
          <p:cNvPicPr>
            <a:picLocks noChangeAspect="1"/>
          </p:cNvPicPr>
          <p:nvPr/>
        </p:nvPicPr>
        <p:blipFill>
          <a:blip r:embed="rId4" cstate="print">
            <a:extLst>
              <a:ext uri="{28A0092B-C50C-407E-A947-70E740481C1C}">
                <a14:useLocalDpi xmlns:a14="http://schemas.microsoft.com/office/drawing/2010/main" val="0"/>
              </a:ext>
            </a:extLst>
          </a:blip>
          <a:srcRect t="1003" b="1003"/>
          <a:stretch/>
        </p:blipFill>
        <p:spPr>
          <a:xfrm flipH="1">
            <a:off x="386635" y="6572250"/>
            <a:ext cx="2985926" cy="3937477"/>
          </a:xfrm>
          <a:prstGeom prst="rect">
            <a:avLst/>
          </a:prstGeom>
        </p:spPr>
      </p:pic>
      <p:pic>
        <p:nvPicPr>
          <p:cNvPr id="12" name="Picture 11">
            <a:extLst>
              <a:ext uri="{FF2B5EF4-FFF2-40B4-BE49-F238E27FC236}">
                <a16:creationId xmlns:a16="http://schemas.microsoft.com/office/drawing/2014/main" id="{25384BC1-B970-2AE0-A9D1-CE83A699842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013200" y="6553201"/>
            <a:ext cx="2985926" cy="3937476"/>
          </a:xfrm>
          <a:prstGeom prst="rect">
            <a:avLst/>
          </a:prstGeom>
        </p:spPr>
      </p:pic>
    </p:spTree>
    <p:extLst>
      <p:ext uri="{BB962C8B-B14F-4D97-AF65-F5344CB8AC3E}">
        <p14:creationId xmlns:p14="http://schemas.microsoft.com/office/powerpoint/2010/main" val="1027252170"/>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692400" y="-262638"/>
            <a:ext cx="88392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8507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 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4" name="Rectangle 3">
            <a:extLst>
              <a:ext uri="{FF2B5EF4-FFF2-40B4-BE49-F238E27FC236}">
                <a16:creationId xmlns:a16="http://schemas.microsoft.com/office/drawing/2014/main" id="{6AF474AD-9851-F9B6-A740-E7B45BF590E2}"/>
              </a:ext>
            </a:extLst>
          </p:cNvPr>
          <p:cNvSpPr/>
          <p:nvPr/>
        </p:nvSpPr>
        <p:spPr>
          <a:xfrm>
            <a:off x="-15876" y="2317377"/>
            <a:ext cx="7585075" cy="973637"/>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LAPORAN HASIL KEGIATAN PT. IMPALA AKBARINDO</a:t>
            </a:r>
          </a:p>
          <a:p>
            <a:pPr algn="ctr"/>
            <a:r>
              <a:rPr lang="en-US" dirty="0">
                <a:solidFill>
                  <a:schemeClr val="bg1"/>
                </a:solidFill>
              </a:rPr>
              <a:t>KEPADA DRS. ADANG AJIJI, MM. SELAKU WAKIL DIREKTUR</a:t>
            </a:r>
          </a:p>
          <a:p>
            <a:pPr algn="ctr"/>
            <a:r>
              <a:rPr lang="en-US" dirty="0">
                <a:solidFill>
                  <a:schemeClr val="bg1"/>
                </a:solidFill>
              </a:rPr>
              <a:t>DI AREA RS. JIWA PROVINSI JAWA BARAT </a:t>
            </a:r>
          </a:p>
        </p:txBody>
      </p:sp>
      <p:pic>
        <p:nvPicPr>
          <p:cNvPr id="6" name="Picture 5">
            <a:extLst>
              <a:ext uri="{FF2B5EF4-FFF2-40B4-BE49-F238E27FC236}">
                <a16:creationId xmlns:a16="http://schemas.microsoft.com/office/drawing/2014/main" id="{26A4F2F4-3A81-904D-A4BB-0CE0C827F150}"/>
              </a:ext>
            </a:extLst>
          </p:cNvPr>
          <p:cNvPicPr>
            <a:picLocks noChangeAspect="1"/>
          </p:cNvPicPr>
          <p:nvPr/>
        </p:nvPicPr>
        <p:blipFill>
          <a:blip r:embed="rId3">
            <a:extLst>
              <a:ext uri="{28A0092B-C50C-407E-A947-70E740481C1C}">
                <a14:useLocalDpi xmlns:a14="http://schemas.microsoft.com/office/drawing/2010/main" val="0"/>
              </a:ext>
            </a:extLst>
          </a:blip>
          <a:srcRect t="21578" b="21578"/>
          <a:stretch/>
        </p:blipFill>
        <p:spPr>
          <a:xfrm>
            <a:off x="1727200" y="3523830"/>
            <a:ext cx="4038600" cy="3336770"/>
          </a:xfrm>
          <a:prstGeom prst="rect">
            <a:avLst/>
          </a:prstGeom>
        </p:spPr>
      </p:pic>
      <p:pic>
        <p:nvPicPr>
          <p:cNvPr id="7" name="Picture 6">
            <a:extLst>
              <a:ext uri="{FF2B5EF4-FFF2-40B4-BE49-F238E27FC236}">
                <a16:creationId xmlns:a16="http://schemas.microsoft.com/office/drawing/2014/main" id="{7F1FA680-999C-8E79-8C01-1D78AB889965}"/>
              </a:ext>
            </a:extLst>
          </p:cNvPr>
          <p:cNvPicPr>
            <a:picLocks noChangeAspect="1"/>
          </p:cNvPicPr>
          <p:nvPr/>
        </p:nvPicPr>
        <p:blipFill>
          <a:blip r:embed="rId4">
            <a:extLst>
              <a:ext uri="{28A0092B-C50C-407E-A947-70E740481C1C}">
                <a14:useLocalDpi xmlns:a14="http://schemas.microsoft.com/office/drawing/2010/main" val="0"/>
              </a:ext>
            </a:extLst>
          </a:blip>
          <a:srcRect t="22381" b="22381"/>
          <a:stretch/>
        </p:blipFill>
        <p:spPr>
          <a:xfrm flipH="1">
            <a:off x="1727200" y="7258050"/>
            <a:ext cx="4038600" cy="3139509"/>
          </a:xfrm>
          <a:prstGeom prst="rect">
            <a:avLst/>
          </a:prstGeom>
        </p:spPr>
      </p:pic>
    </p:spTree>
    <p:extLst>
      <p:ext uri="{BB962C8B-B14F-4D97-AF65-F5344CB8AC3E}">
        <p14:creationId xmlns:p14="http://schemas.microsoft.com/office/powerpoint/2010/main" val="115425582"/>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688855" y="-242713"/>
            <a:ext cx="8835655"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269812" y="222674"/>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8990" y="111850"/>
            <a:ext cx="48507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 DOKUMENTASI KEGIATAN YANG TELAH DI LAKSANAKAN </a:t>
            </a:r>
          </a:p>
          <a:p>
            <a:pPr marL="12700" marR="33953" algn="ctr">
              <a:lnSpc>
                <a:spcPts val="1895"/>
              </a:lnSpc>
              <a:spcBef>
                <a:spcPts val="94"/>
              </a:spcBef>
            </a:pPr>
            <a:endParaRPr lang="en-US" b="1" dirty="0">
              <a:solidFill>
                <a:srgbClr val="F9FDFF"/>
              </a:solidFill>
              <a:latin typeface="Times New Roman"/>
              <a:cs typeface="Times New Roman"/>
            </a:endParaRPr>
          </a:p>
          <a:p>
            <a:pPr marL="12700" marR="33953" algn="ctr">
              <a:lnSpc>
                <a:spcPts val="1895"/>
              </a:lnSpc>
              <a:spcBef>
                <a:spcPts val="94"/>
              </a:spcBef>
            </a:pPr>
            <a:r>
              <a:rPr lang="en-US" b="1" dirty="0">
                <a:solidFill>
                  <a:srgbClr val="F9FDFF"/>
                </a:solidFill>
                <a:latin typeface="Times New Roman"/>
                <a:cs typeface="Times New Roman"/>
              </a:rPr>
              <a:t>PT IMPALA AKBARINDO </a:t>
            </a:r>
          </a:p>
          <a:p>
            <a:pPr marL="12700" marR="33953" algn="ctr">
              <a:lnSpc>
                <a:spcPts val="1895"/>
              </a:lnSpc>
              <a:spcBef>
                <a:spcPts val="94"/>
              </a:spcBef>
            </a:pPr>
            <a:r>
              <a:rPr lang="en-US" sz="1800" b="1" dirty="0">
                <a:solidFill>
                  <a:srgbClr val="F9FDFF"/>
                </a:solidFill>
                <a:latin typeface="Times New Roman"/>
                <a:cs typeface="Times New Roman"/>
              </a:rPr>
              <a:t>DI AREA RS JIWA PROVINSI JAWA BARAT</a:t>
            </a:r>
            <a:endParaRPr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
        <p:nvSpPr>
          <p:cNvPr id="4" name="Rectangle 3">
            <a:extLst>
              <a:ext uri="{FF2B5EF4-FFF2-40B4-BE49-F238E27FC236}">
                <a16:creationId xmlns:a16="http://schemas.microsoft.com/office/drawing/2014/main" id="{6AF474AD-9851-F9B6-A740-E7B45BF590E2}"/>
              </a:ext>
            </a:extLst>
          </p:cNvPr>
          <p:cNvSpPr/>
          <p:nvPr/>
        </p:nvSpPr>
        <p:spPr>
          <a:xfrm>
            <a:off x="-6350" y="2277484"/>
            <a:ext cx="7575550" cy="966477"/>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LAPORAN HASIL KEGIATAN PT. IMPALA AKBARINDO</a:t>
            </a:r>
          </a:p>
          <a:p>
            <a:pPr algn="ctr"/>
            <a:r>
              <a:rPr lang="en-US" dirty="0">
                <a:solidFill>
                  <a:schemeClr val="bg1"/>
                </a:solidFill>
              </a:rPr>
              <a:t>KEPADA PA ERIX  GUNAWAN, </a:t>
            </a:r>
            <a:r>
              <a:rPr lang="en-US" dirty="0" err="1">
                <a:solidFill>
                  <a:schemeClr val="bg1"/>
                </a:solidFill>
              </a:rPr>
              <a:t>S.Tr,Kom,Rm</a:t>
            </a:r>
            <a:r>
              <a:rPr lang="en-US" dirty="0">
                <a:solidFill>
                  <a:schemeClr val="bg1"/>
                </a:solidFill>
              </a:rPr>
              <a:t>. SELAKU SEKRETARIS UMUM</a:t>
            </a:r>
          </a:p>
          <a:p>
            <a:pPr algn="ctr"/>
            <a:r>
              <a:rPr lang="en-US" dirty="0">
                <a:solidFill>
                  <a:schemeClr val="bg1"/>
                </a:solidFill>
              </a:rPr>
              <a:t>DI AREA GRAHA ATMA KOTA BANDUNG</a:t>
            </a:r>
            <a:endParaRPr lang="en-ID" dirty="0">
              <a:solidFill>
                <a:schemeClr val="bg1"/>
              </a:solidFill>
            </a:endParaRPr>
          </a:p>
        </p:txBody>
      </p:sp>
      <p:pic>
        <p:nvPicPr>
          <p:cNvPr id="9" name="Picture 8">
            <a:extLst>
              <a:ext uri="{FF2B5EF4-FFF2-40B4-BE49-F238E27FC236}">
                <a16:creationId xmlns:a16="http://schemas.microsoft.com/office/drawing/2014/main" id="{B5AB75C8-368D-1110-D5CF-D458224A7B4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3239" b="38671"/>
          <a:stretch/>
        </p:blipFill>
        <p:spPr>
          <a:xfrm>
            <a:off x="1031741" y="3600383"/>
            <a:ext cx="5499367" cy="2960478"/>
          </a:xfrm>
          <a:prstGeom prst="rect">
            <a:avLst/>
          </a:prstGeom>
        </p:spPr>
      </p:pic>
      <p:pic>
        <p:nvPicPr>
          <p:cNvPr id="12" name="Picture 11">
            <a:extLst>
              <a:ext uri="{FF2B5EF4-FFF2-40B4-BE49-F238E27FC236}">
                <a16:creationId xmlns:a16="http://schemas.microsoft.com/office/drawing/2014/main" id="{264CEA0E-3D63-2A14-9A3F-B51DFBE7908E}"/>
              </a:ext>
            </a:extLst>
          </p:cNvPr>
          <p:cNvPicPr>
            <a:picLocks noChangeAspect="1"/>
          </p:cNvPicPr>
          <p:nvPr/>
        </p:nvPicPr>
        <p:blipFill>
          <a:blip r:embed="rId4">
            <a:extLst>
              <a:ext uri="{28A0092B-C50C-407E-A947-70E740481C1C}">
                <a14:useLocalDpi xmlns:a14="http://schemas.microsoft.com/office/drawing/2010/main" val="0"/>
              </a:ext>
            </a:extLst>
          </a:blip>
          <a:srcRect t="19582" b="19582"/>
          <a:stretch/>
        </p:blipFill>
        <p:spPr>
          <a:xfrm flipH="1">
            <a:off x="1061452" y="7029450"/>
            <a:ext cx="5505717" cy="3334388"/>
          </a:xfrm>
          <a:prstGeom prst="rect">
            <a:avLst/>
          </a:prstGeom>
        </p:spPr>
      </p:pic>
    </p:spTree>
    <p:extLst>
      <p:ext uri="{BB962C8B-B14F-4D97-AF65-F5344CB8AC3E}">
        <p14:creationId xmlns:p14="http://schemas.microsoft.com/office/powerpoint/2010/main" val="3835207223"/>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026DEE-0B36-48C2-BFB2-02649C53664E}"/>
              </a:ext>
            </a:extLst>
          </p:cNvPr>
          <p:cNvSpPr>
            <a:spLocks noGrp="1"/>
          </p:cNvSpPr>
          <p:nvPr>
            <p:ph type="title"/>
          </p:nvPr>
        </p:nvSpPr>
        <p:spPr>
          <a:xfrm>
            <a:off x="335701" y="185809"/>
            <a:ext cx="6528435" cy="1052441"/>
          </a:xfrm>
        </p:spPr>
        <p:txBody>
          <a:bodyPr/>
          <a:lstStyle/>
          <a:p>
            <a:pPr marL="12700" algn="ctr">
              <a:lnSpc>
                <a:spcPts val="4085"/>
              </a:lnSpc>
              <a:spcBef>
                <a:spcPts val="204"/>
              </a:spcBef>
            </a:pPr>
            <a:r>
              <a:rPr lang="en-ID" sz="2800" b="1" dirty="0">
                <a:solidFill>
                  <a:srgbClr val="9E181D"/>
                </a:solidFill>
                <a:latin typeface="Times New Roman"/>
                <a:cs typeface="Times New Roman"/>
              </a:rPr>
              <a:t>ASB JASA KEBERSIHAN </a:t>
            </a:r>
            <a:endParaRPr lang="en-ID" sz="2800" dirty="0">
              <a:latin typeface="Times New Roman"/>
              <a:cs typeface="Times New Roman"/>
            </a:endParaRPr>
          </a:p>
        </p:txBody>
      </p:sp>
      <p:sp>
        <p:nvSpPr>
          <p:cNvPr id="10" name="object 7">
            <a:extLst>
              <a:ext uri="{FF2B5EF4-FFF2-40B4-BE49-F238E27FC236}">
                <a16:creationId xmlns:a16="http://schemas.microsoft.com/office/drawing/2014/main" id="{AE1F094A-0387-4F01-9DCF-6FF0B280ED58}"/>
              </a:ext>
            </a:extLst>
          </p:cNvPr>
          <p:cNvSpPr/>
          <p:nvPr/>
        </p:nvSpPr>
        <p:spPr>
          <a:xfrm>
            <a:off x="6693712" y="-220631"/>
            <a:ext cx="2322110" cy="2012117"/>
          </a:xfrm>
          <a:custGeom>
            <a:avLst/>
            <a:gdLst/>
            <a:ahLst/>
            <a:cxnLst/>
            <a:rect l="l" t="t" r="r" b="b"/>
            <a:pathLst>
              <a:path w="2322110" h="2012117">
                <a:moveTo>
                  <a:pt x="869137" y="220637"/>
                </a:moveTo>
                <a:lnTo>
                  <a:pt x="453805" y="220637"/>
                </a:lnTo>
                <a:lnTo>
                  <a:pt x="0" y="1007106"/>
                </a:lnTo>
                <a:lnTo>
                  <a:pt x="576981" y="2004963"/>
                </a:lnTo>
                <a:lnTo>
                  <a:pt x="869137" y="2004963"/>
                </a:lnTo>
                <a:lnTo>
                  <a:pt x="869137" y="220637"/>
                </a:lnTo>
                <a:close/>
              </a:path>
            </a:pathLst>
          </a:custGeom>
          <a:solidFill>
            <a:srgbClr val="9E181E"/>
          </a:solidFill>
        </p:spPr>
        <p:txBody>
          <a:bodyPr wrap="square" lIns="0" tIns="0" rIns="0" bIns="0" rtlCol="0">
            <a:noAutofit/>
          </a:bodyPr>
          <a:lstStyle/>
          <a:p>
            <a:endParaRPr/>
          </a:p>
        </p:txBody>
      </p:sp>
      <p:sp>
        <p:nvSpPr>
          <p:cNvPr id="11" name="object 8">
            <a:extLst>
              <a:ext uri="{FF2B5EF4-FFF2-40B4-BE49-F238E27FC236}">
                <a16:creationId xmlns:a16="http://schemas.microsoft.com/office/drawing/2014/main" id="{B5E8655E-C6B2-490C-B08F-C7894A64F366}"/>
              </a:ext>
            </a:extLst>
          </p:cNvPr>
          <p:cNvSpPr/>
          <p:nvPr/>
        </p:nvSpPr>
        <p:spPr>
          <a:xfrm>
            <a:off x="6223000" y="4266948"/>
            <a:ext cx="2150576" cy="1862717"/>
          </a:xfrm>
          <a:custGeom>
            <a:avLst/>
            <a:gdLst/>
            <a:ahLst/>
            <a:cxnLst/>
            <a:rect l="l" t="t" r="r" b="b"/>
            <a:pathLst>
              <a:path w="2150576" h="1862717">
                <a:moveTo>
                  <a:pt x="1318808" y="0"/>
                </a:moveTo>
                <a:lnTo>
                  <a:pt x="538190" y="0"/>
                </a:lnTo>
                <a:lnTo>
                  <a:pt x="0" y="932329"/>
                </a:lnTo>
                <a:lnTo>
                  <a:pt x="534432" y="1856220"/>
                </a:lnTo>
                <a:lnTo>
                  <a:pt x="1318808" y="1856220"/>
                </a:lnTo>
                <a:lnTo>
                  <a:pt x="1318808" y="0"/>
                </a:lnTo>
                <a:close/>
              </a:path>
            </a:pathLst>
          </a:custGeom>
          <a:solidFill>
            <a:srgbClr val="9E181E">
              <a:alpha val="38000"/>
            </a:srgbClr>
          </a:solidFill>
        </p:spPr>
        <p:txBody>
          <a:bodyPr wrap="square" lIns="0" tIns="0" rIns="0" bIns="0" rtlCol="0">
            <a:noAutofit/>
          </a:bodyPr>
          <a:lstStyle/>
          <a:p>
            <a:endParaRPr/>
          </a:p>
        </p:txBody>
      </p:sp>
      <p:sp>
        <p:nvSpPr>
          <p:cNvPr id="12" name="object 6">
            <a:extLst>
              <a:ext uri="{FF2B5EF4-FFF2-40B4-BE49-F238E27FC236}">
                <a16:creationId xmlns:a16="http://schemas.microsoft.com/office/drawing/2014/main" id="{2E0AC6A4-2205-458D-B92B-8F474ED71E01}"/>
              </a:ext>
            </a:extLst>
          </p:cNvPr>
          <p:cNvSpPr/>
          <p:nvPr/>
        </p:nvSpPr>
        <p:spPr>
          <a:xfrm>
            <a:off x="7318313" y="2730608"/>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13" name="object 11">
            <a:extLst>
              <a:ext uri="{FF2B5EF4-FFF2-40B4-BE49-F238E27FC236}">
                <a16:creationId xmlns:a16="http://schemas.microsoft.com/office/drawing/2014/main" id="{C5D2D23A-A613-417F-ABA4-885F8647A7F6}"/>
              </a:ext>
            </a:extLst>
          </p:cNvPr>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14" name="object 5">
            <a:extLst>
              <a:ext uri="{FF2B5EF4-FFF2-40B4-BE49-F238E27FC236}">
                <a16:creationId xmlns:a16="http://schemas.microsoft.com/office/drawing/2014/main" id="{A930EA89-A224-4EF6-A94D-E0291281D453}"/>
              </a:ext>
            </a:extLst>
          </p:cNvPr>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pic>
        <p:nvPicPr>
          <p:cNvPr id="16" name="Picture 15">
            <a:extLst>
              <a:ext uri="{FF2B5EF4-FFF2-40B4-BE49-F238E27FC236}">
                <a16:creationId xmlns:a16="http://schemas.microsoft.com/office/drawing/2014/main" id="{DA2F2767-6A24-E676-9DF5-D07BD99D75B4}"/>
              </a:ext>
            </a:extLst>
          </p:cNvPr>
          <p:cNvPicPr>
            <a:picLocks noChangeAspect="1"/>
          </p:cNvPicPr>
          <p:nvPr/>
        </p:nvPicPr>
        <p:blipFill>
          <a:blip r:embed="rId2"/>
          <a:stretch>
            <a:fillRect/>
          </a:stretch>
        </p:blipFill>
        <p:spPr>
          <a:xfrm>
            <a:off x="1041400" y="1074612"/>
            <a:ext cx="5486400" cy="3419475"/>
          </a:xfrm>
          <a:prstGeom prst="rect">
            <a:avLst/>
          </a:prstGeom>
        </p:spPr>
      </p:pic>
      <p:pic>
        <p:nvPicPr>
          <p:cNvPr id="18" name="Picture 17">
            <a:extLst>
              <a:ext uri="{FF2B5EF4-FFF2-40B4-BE49-F238E27FC236}">
                <a16:creationId xmlns:a16="http://schemas.microsoft.com/office/drawing/2014/main" id="{8A49C257-9C31-61DB-4919-56D60CFE004F}"/>
              </a:ext>
            </a:extLst>
          </p:cNvPr>
          <p:cNvPicPr>
            <a:picLocks noChangeAspect="1"/>
          </p:cNvPicPr>
          <p:nvPr/>
        </p:nvPicPr>
        <p:blipFill>
          <a:blip r:embed="rId3"/>
          <a:stretch>
            <a:fillRect/>
          </a:stretch>
        </p:blipFill>
        <p:spPr>
          <a:xfrm>
            <a:off x="1182443" y="4640312"/>
            <a:ext cx="5345357" cy="3309873"/>
          </a:xfrm>
          <a:prstGeom prst="rect">
            <a:avLst/>
          </a:prstGeom>
        </p:spPr>
      </p:pic>
    </p:spTree>
    <p:extLst>
      <p:ext uri="{BB962C8B-B14F-4D97-AF65-F5344CB8AC3E}">
        <p14:creationId xmlns:p14="http://schemas.microsoft.com/office/powerpoint/2010/main" val="1943103309"/>
      </p:ext>
    </p:extLst>
  </p:cSld>
  <p:clrMapOvr>
    <a:masterClrMapping/>
  </p:clrMapOvr>
  <mc:AlternateContent xmlns:mc="http://schemas.openxmlformats.org/markup-compatibility/2006" xmlns:p14="http://schemas.microsoft.com/office/powerpoint/2010/main">
    <mc:Choice Requires="p14">
      <p:transition spd="slow" p14:dur="2000" advTm="16928">
        <p14:prism isContent="1"/>
      </p:transition>
    </mc:Choice>
    <mc:Fallback xmlns="">
      <p:transition spd="slow" advTm="16928">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026DEE-0B36-48C2-BFB2-02649C53664E}"/>
              </a:ext>
            </a:extLst>
          </p:cNvPr>
          <p:cNvSpPr>
            <a:spLocks noGrp="1"/>
          </p:cNvSpPr>
          <p:nvPr>
            <p:ph type="title"/>
          </p:nvPr>
        </p:nvSpPr>
        <p:spPr>
          <a:xfrm>
            <a:off x="762596" y="286017"/>
            <a:ext cx="6528435" cy="1828800"/>
          </a:xfrm>
        </p:spPr>
        <p:txBody>
          <a:bodyPr/>
          <a:lstStyle/>
          <a:p>
            <a:pPr marL="12700" algn="ctr">
              <a:lnSpc>
                <a:spcPts val="4085"/>
              </a:lnSpc>
              <a:spcBef>
                <a:spcPts val="204"/>
              </a:spcBef>
            </a:pPr>
            <a:r>
              <a:rPr lang="en-ID" sz="2800" b="1" dirty="0">
                <a:solidFill>
                  <a:srgbClr val="9E181D"/>
                </a:solidFill>
                <a:latin typeface="Times New Roman"/>
                <a:cs typeface="Times New Roman"/>
              </a:rPr>
              <a:t>ASB JASA KEAMANAN </a:t>
            </a:r>
            <a:endParaRPr lang="en-ID" sz="2800" dirty="0">
              <a:latin typeface="Times New Roman"/>
              <a:cs typeface="Times New Roman"/>
            </a:endParaRPr>
          </a:p>
        </p:txBody>
      </p:sp>
      <p:sp>
        <p:nvSpPr>
          <p:cNvPr id="10" name="object 7">
            <a:extLst>
              <a:ext uri="{FF2B5EF4-FFF2-40B4-BE49-F238E27FC236}">
                <a16:creationId xmlns:a16="http://schemas.microsoft.com/office/drawing/2014/main" id="{AE1F094A-0387-4F01-9DCF-6FF0B280ED58}"/>
              </a:ext>
            </a:extLst>
          </p:cNvPr>
          <p:cNvSpPr/>
          <p:nvPr/>
        </p:nvSpPr>
        <p:spPr>
          <a:xfrm>
            <a:off x="6693712" y="-220631"/>
            <a:ext cx="2322110" cy="2012117"/>
          </a:xfrm>
          <a:custGeom>
            <a:avLst/>
            <a:gdLst/>
            <a:ahLst/>
            <a:cxnLst/>
            <a:rect l="l" t="t" r="r" b="b"/>
            <a:pathLst>
              <a:path w="2322110" h="2012117">
                <a:moveTo>
                  <a:pt x="869137" y="220637"/>
                </a:moveTo>
                <a:lnTo>
                  <a:pt x="453805" y="220637"/>
                </a:lnTo>
                <a:lnTo>
                  <a:pt x="0" y="1007106"/>
                </a:lnTo>
                <a:lnTo>
                  <a:pt x="576981" y="2004963"/>
                </a:lnTo>
                <a:lnTo>
                  <a:pt x="869137" y="2004963"/>
                </a:lnTo>
                <a:lnTo>
                  <a:pt x="869137" y="220637"/>
                </a:lnTo>
                <a:close/>
              </a:path>
            </a:pathLst>
          </a:custGeom>
          <a:solidFill>
            <a:srgbClr val="9E181E"/>
          </a:solidFill>
        </p:spPr>
        <p:txBody>
          <a:bodyPr wrap="square" lIns="0" tIns="0" rIns="0" bIns="0" rtlCol="0">
            <a:noAutofit/>
          </a:bodyPr>
          <a:lstStyle/>
          <a:p>
            <a:endParaRPr/>
          </a:p>
        </p:txBody>
      </p:sp>
      <p:sp>
        <p:nvSpPr>
          <p:cNvPr id="11" name="object 8">
            <a:extLst>
              <a:ext uri="{FF2B5EF4-FFF2-40B4-BE49-F238E27FC236}">
                <a16:creationId xmlns:a16="http://schemas.microsoft.com/office/drawing/2014/main" id="{B5E8655E-C6B2-490C-B08F-C7894A64F366}"/>
              </a:ext>
            </a:extLst>
          </p:cNvPr>
          <p:cNvSpPr/>
          <p:nvPr/>
        </p:nvSpPr>
        <p:spPr>
          <a:xfrm>
            <a:off x="6223000" y="4266948"/>
            <a:ext cx="2150576" cy="1862717"/>
          </a:xfrm>
          <a:custGeom>
            <a:avLst/>
            <a:gdLst/>
            <a:ahLst/>
            <a:cxnLst/>
            <a:rect l="l" t="t" r="r" b="b"/>
            <a:pathLst>
              <a:path w="2150576" h="1862717">
                <a:moveTo>
                  <a:pt x="1318808" y="0"/>
                </a:moveTo>
                <a:lnTo>
                  <a:pt x="538190" y="0"/>
                </a:lnTo>
                <a:lnTo>
                  <a:pt x="0" y="932329"/>
                </a:lnTo>
                <a:lnTo>
                  <a:pt x="534432" y="1856220"/>
                </a:lnTo>
                <a:lnTo>
                  <a:pt x="1318808" y="1856220"/>
                </a:lnTo>
                <a:lnTo>
                  <a:pt x="1318808" y="0"/>
                </a:lnTo>
                <a:close/>
              </a:path>
            </a:pathLst>
          </a:custGeom>
          <a:solidFill>
            <a:srgbClr val="9E181E">
              <a:alpha val="38000"/>
            </a:srgbClr>
          </a:solidFill>
        </p:spPr>
        <p:txBody>
          <a:bodyPr wrap="square" lIns="0" tIns="0" rIns="0" bIns="0" rtlCol="0">
            <a:noAutofit/>
          </a:bodyPr>
          <a:lstStyle/>
          <a:p>
            <a:endParaRPr/>
          </a:p>
        </p:txBody>
      </p:sp>
      <p:sp>
        <p:nvSpPr>
          <p:cNvPr id="12" name="object 6">
            <a:extLst>
              <a:ext uri="{FF2B5EF4-FFF2-40B4-BE49-F238E27FC236}">
                <a16:creationId xmlns:a16="http://schemas.microsoft.com/office/drawing/2014/main" id="{2E0AC6A4-2205-458D-B92B-8F474ED71E01}"/>
              </a:ext>
            </a:extLst>
          </p:cNvPr>
          <p:cNvSpPr/>
          <p:nvPr/>
        </p:nvSpPr>
        <p:spPr>
          <a:xfrm>
            <a:off x="7318313" y="2730608"/>
            <a:ext cx="3224840" cy="3723502"/>
          </a:xfrm>
          <a:custGeom>
            <a:avLst/>
            <a:gdLst/>
            <a:ahLst/>
            <a:cxnLst/>
            <a:rect l="l" t="t" r="r" b="b"/>
            <a:pathLst>
              <a:path w="3224840" h="3723502">
                <a:moveTo>
                  <a:pt x="244536" y="507655"/>
                </a:moveTo>
                <a:lnTo>
                  <a:pt x="0" y="930396"/>
                </a:lnTo>
                <a:lnTo>
                  <a:pt x="244536" y="1353149"/>
                </a:lnTo>
                <a:lnTo>
                  <a:pt x="244536" y="507655"/>
                </a:lnTo>
                <a:close/>
              </a:path>
            </a:pathLst>
          </a:custGeom>
          <a:solidFill>
            <a:srgbClr val="D3D3D3"/>
          </a:solidFill>
        </p:spPr>
        <p:txBody>
          <a:bodyPr wrap="square" lIns="0" tIns="0" rIns="0" bIns="0" rtlCol="0">
            <a:noAutofit/>
          </a:bodyPr>
          <a:lstStyle/>
          <a:p>
            <a:endParaRPr/>
          </a:p>
        </p:txBody>
      </p:sp>
      <p:sp>
        <p:nvSpPr>
          <p:cNvPr id="13" name="object 11">
            <a:extLst>
              <a:ext uri="{FF2B5EF4-FFF2-40B4-BE49-F238E27FC236}">
                <a16:creationId xmlns:a16="http://schemas.microsoft.com/office/drawing/2014/main" id="{C5D2D23A-A613-417F-ABA4-885F8647A7F6}"/>
              </a:ext>
            </a:extLst>
          </p:cNvPr>
          <p:cNvSpPr/>
          <p:nvPr/>
        </p:nvSpPr>
        <p:spPr>
          <a:xfrm>
            <a:off x="7160364" y="7599807"/>
            <a:ext cx="3463005" cy="3996734"/>
          </a:xfrm>
          <a:custGeom>
            <a:avLst/>
            <a:gdLst/>
            <a:ahLst/>
            <a:cxnLst/>
            <a:rect l="l" t="t" r="r" b="b"/>
            <a:pathLst>
              <a:path w="3463005" h="3996734">
                <a:moveTo>
                  <a:pt x="402485" y="303182"/>
                </a:moveTo>
                <a:lnTo>
                  <a:pt x="0" y="998669"/>
                </a:lnTo>
                <a:lnTo>
                  <a:pt x="388957" y="1670800"/>
                </a:lnTo>
                <a:lnTo>
                  <a:pt x="402485" y="1694369"/>
                </a:lnTo>
                <a:lnTo>
                  <a:pt x="402485" y="303182"/>
                </a:lnTo>
                <a:close/>
              </a:path>
            </a:pathLst>
          </a:custGeom>
          <a:solidFill>
            <a:srgbClr val="040404"/>
          </a:solidFill>
        </p:spPr>
        <p:txBody>
          <a:bodyPr wrap="square" lIns="0" tIns="0" rIns="0" bIns="0" rtlCol="0">
            <a:noAutofit/>
          </a:bodyPr>
          <a:lstStyle/>
          <a:p>
            <a:endParaRPr/>
          </a:p>
        </p:txBody>
      </p:sp>
      <p:sp>
        <p:nvSpPr>
          <p:cNvPr id="14" name="object 5">
            <a:extLst>
              <a:ext uri="{FF2B5EF4-FFF2-40B4-BE49-F238E27FC236}">
                <a16:creationId xmlns:a16="http://schemas.microsoft.com/office/drawing/2014/main" id="{A930EA89-A224-4EF6-A94D-E0291281D453}"/>
              </a:ext>
            </a:extLst>
          </p:cNvPr>
          <p:cNvSpPr/>
          <p:nvPr/>
        </p:nvSpPr>
        <p:spPr>
          <a:xfrm>
            <a:off x="6006754" y="9597137"/>
            <a:ext cx="2309403" cy="1999404"/>
          </a:xfrm>
          <a:custGeom>
            <a:avLst/>
            <a:gdLst/>
            <a:ahLst/>
            <a:cxnLst/>
            <a:rect l="l" t="t" r="r" b="b"/>
            <a:pathLst>
              <a:path w="2309403" h="1999404">
                <a:moveTo>
                  <a:pt x="1556095" y="0"/>
                </a:moveTo>
                <a:lnTo>
                  <a:pt x="577937" y="0"/>
                </a:lnTo>
                <a:lnTo>
                  <a:pt x="0" y="1000743"/>
                </a:lnTo>
                <a:lnTo>
                  <a:pt x="57115" y="1099437"/>
                </a:lnTo>
                <a:lnTo>
                  <a:pt x="1556095" y="1099437"/>
                </a:lnTo>
                <a:lnTo>
                  <a:pt x="1556095" y="0"/>
                </a:lnTo>
                <a:close/>
              </a:path>
            </a:pathLst>
          </a:custGeom>
          <a:solidFill>
            <a:srgbClr val="D3D3D3"/>
          </a:solidFill>
        </p:spPr>
        <p:txBody>
          <a:bodyPr wrap="square" lIns="0" tIns="0" rIns="0" bIns="0" rtlCol="0">
            <a:noAutofit/>
          </a:bodyPr>
          <a:lstStyle/>
          <a:p>
            <a:endParaRPr/>
          </a:p>
        </p:txBody>
      </p:sp>
      <p:pic>
        <p:nvPicPr>
          <p:cNvPr id="4" name="Picture 3">
            <a:extLst>
              <a:ext uri="{FF2B5EF4-FFF2-40B4-BE49-F238E27FC236}">
                <a16:creationId xmlns:a16="http://schemas.microsoft.com/office/drawing/2014/main" id="{FFDFFB55-2D73-81E4-FA4D-90FD96A4174C}"/>
              </a:ext>
            </a:extLst>
          </p:cNvPr>
          <p:cNvPicPr>
            <a:picLocks noChangeAspect="1"/>
          </p:cNvPicPr>
          <p:nvPr/>
        </p:nvPicPr>
        <p:blipFill>
          <a:blip r:embed="rId2"/>
          <a:stretch>
            <a:fillRect/>
          </a:stretch>
        </p:blipFill>
        <p:spPr>
          <a:xfrm>
            <a:off x="1356537" y="1854839"/>
            <a:ext cx="5324475" cy="3733800"/>
          </a:xfrm>
          <a:prstGeom prst="rect">
            <a:avLst/>
          </a:prstGeom>
        </p:spPr>
      </p:pic>
      <p:pic>
        <p:nvPicPr>
          <p:cNvPr id="6" name="Picture 5">
            <a:extLst>
              <a:ext uri="{FF2B5EF4-FFF2-40B4-BE49-F238E27FC236}">
                <a16:creationId xmlns:a16="http://schemas.microsoft.com/office/drawing/2014/main" id="{0851398D-53DD-34E6-6637-410F8B5D06EA}"/>
              </a:ext>
            </a:extLst>
          </p:cNvPr>
          <p:cNvPicPr>
            <a:picLocks noChangeAspect="1"/>
          </p:cNvPicPr>
          <p:nvPr/>
        </p:nvPicPr>
        <p:blipFill>
          <a:blip r:embed="rId3"/>
          <a:stretch>
            <a:fillRect/>
          </a:stretch>
        </p:blipFill>
        <p:spPr>
          <a:xfrm>
            <a:off x="1343838" y="5861565"/>
            <a:ext cx="5358644" cy="3723502"/>
          </a:xfrm>
          <a:prstGeom prst="rect">
            <a:avLst/>
          </a:prstGeom>
        </p:spPr>
      </p:pic>
    </p:spTree>
    <p:extLst>
      <p:ext uri="{BB962C8B-B14F-4D97-AF65-F5344CB8AC3E}">
        <p14:creationId xmlns:p14="http://schemas.microsoft.com/office/powerpoint/2010/main" val="3023462984"/>
      </p:ext>
    </p:extLst>
  </p:cSld>
  <p:clrMapOvr>
    <a:masterClrMapping/>
  </p:clrMapOvr>
  <p:transition spd="slow" advTm="9985">
    <p:wheel spokes="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540000" y="-376159"/>
            <a:ext cx="83820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379795" y="252739"/>
            <a:ext cx="2202743" cy="814216"/>
          </a:xfrm>
          <a:prstGeom prst="rect">
            <a:avLst/>
          </a:prstGeom>
        </p:spPr>
        <p:txBody>
          <a:bodyPr wrap="square" lIns="0" tIns="0" rIns="0" bIns="0" rtlCol="0">
            <a:noAutofit/>
          </a:bodyPr>
          <a:lstStyle/>
          <a:p>
            <a:pPr marL="12700" marR="33953">
              <a:lnSpc>
                <a:spcPts val="1895"/>
              </a:lnSpc>
              <a:spcBef>
                <a:spcPts val="94"/>
              </a:spcBef>
            </a:pPr>
            <a:r>
              <a:rPr sz="1800" b="1" spc="0" dirty="0">
                <a:solidFill>
                  <a:srgbClr val="F9FDFF"/>
                </a:solidFill>
                <a:latin typeface="Times New Roman"/>
                <a:cs typeface="Times New Roman"/>
              </a:rPr>
              <a:t>FOTO</a:t>
            </a:r>
            <a:r>
              <a:rPr sz="1800" b="1" spc="37" dirty="0">
                <a:solidFill>
                  <a:srgbClr val="F9FDFF"/>
                </a:solidFill>
                <a:latin typeface="Times New Roman"/>
                <a:cs typeface="Times New Roman"/>
              </a:rPr>
              <a:t> </a:t>
            </a:r>
            <a:r>
              <a:rPr sz="1800" b="1" spc="0" dirty="0">
                <a:solidFill>
                  <a:srgbClr val="F9FDFF"/>
                </a:solidFill>
                <a:latin typeface="Times New Roman"/>
                <a:cs typeface="Times New Roman"/>
              </a:rPr>
              <a:t>KEGIATAN</a:t>
            </a:r>
            <a:endParaRPr sz="1800" dirty="0">
              <a:latin typeface="Times New Roman"/>
              <a:cs typeface="Times New Roman"/>
            </a:endParaRPr>
          </a:p>
          <a:p>
            <a:pPr marL="12700">
              <a:lnSpc>
                <a:spcPct val="95825"/>
              </a:lnSpc>
              <a:spcBef>
                <a:spcPts val="320"/>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Kebersihan</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dan</a:t>
            </a:r>
            <a:endParaRPr sz="1550" dirty="0">
              <a:latin typeface="Times New Roman"/>
              <a:cs typeface="Times New Roman"/>
            </a:endParaRPr>
          </a:p>
          <a:p>
            <a:pPr marL="12700" marR="33953">
              <a:lnSpc>
                <a:spcPct val="95825"/>
              </a:lnSpc>
              <a:spcBef>
                <a:spcPts val="415"/>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Keamanan</a:t>
            </a:r>
            <a:endParaRPr sz="1550" dirty="0">
              <a:latin typeface="Times New Roman"/>
              <a:cs typeface="Times New Roman"/>
            </a:endParaRPr>
          </a:p>
        </p:txBody>
      </p:sp>
      <p:pic>
        <p:nvPicPr>
          <p:cNvPr id="17" name="Picture 16">
            <a:extLst>
              <a:ext uri="{FF2B5EF4-FFF2-40B4-BE49-F238E27FC236}">
                <a16:creationId xmlns:a16="http://schemas.microsoft.com/office/drawing/2014/main" id="{F2506888-6CB0-4272-9B23-90772FEF11DE}"/>
              </a:ext>
            </a:extLst>
          </p:cNvPr>
          <p:cNvPicPr>
            <a:picLocks noChangeAspect="1"/>
          </p:cNvPicPr>
          <p:nvPr/>
        </p:nvPicPr>
        <p:blipFill>
          <a:blip r:embed="rId3" cstate="print">
            <a:extLst>
              <a:ext uri="{28A0092B-C50C-407E-A947-70E740481C1C}">
                <a14:useLocalDpi xmlns:a14="http://schemas.microsoft.com/office/drawing/2010/main" val="0"/>
              </a:ext>
            </a:extLst>
          </a:blip>
          <a:srcRect l="7302" r="7302"/>
          <a:stretch/>
        </p:blipFill>
        <p:spPr>
          <a:xfrm flipH="1">
            <a:off x="5158148" y="1577226"/>
            <a:ext cx="2230752" cy="3505200"/>
          </a:xfrm>
          <a:prstGeom prst="rect">
            <a:avLst/>
          </a:prstGeom>
        </p:spPr>
      </p:pic>
      <p:pic>
        <p:nvPicPr>
          <p:cNvPr id="19" name="Picture 18">
            <a:extLst>
              <a:ext uri="{FF2B5EF4-FFF2-40B4-BE49-F238E27FC236}">
                <a16:creationId xmlns:a16="http://schemas.microsoft.com/office/drawing/2014/main" id="{4310283C-7C72-4A34-82C4-67ED8BFACB4F}"/>
              </a:ext>
            </a:extLst>
          </p:cNvPr>
          <p:cNvPicPr>
            <a:picLocks noChangeAspect="1"/>
          </p:cNvPicPr>
          <p:nvPr/>
        </p:nvPicPr>
        <p:blipFill rotWithShape="1">
          <a:blip r:embed="rId4">
            <a:extLst>
              <a:ext uri="{28A0092B-C50C-407E-A947-70E740481C1C}">
                <a14:useLocalDpi xmlns:a14="http://schemas.microsoft.com/office/drawing/2010/main" val="0"/>
              </a:ext>
            </a:extLst>
          </a:blip>
          <a:srcRect t="3999" r="4095"/>
          <a:stretch/>
        </p:blipFill>
        <p:spPr>
          <a:xfrm>
            <a:off x="-10205" y="2076451"/>
            <a:ext cx="5136378" cy="3867149"/>
          </a:xfrm>
          <a:prstGeom prst="rect">
            <a:avLst/>
          </a:prstGeom>
        </p:spPr>
      </p:pic>
      <p:pic>
        <p:nvPicPr>
          <p:cNvPr id="21" name="Picture 20">
            <a:extLst>
              <a:ext uri="{FF2B5EF4-FFF2-40B4-BE49-F238E27FC236}">
                <a16:creationId xmlns:a16="http://schemas.microsoft.com/office/drawing/2014/main" id="{52714DE3-E1A8-4541-A7E1-17D8E9F3E74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32951" y="5048250"/>
            <a:ext cx="3586539" cy="2800350"/>
          </a:xfrm>
          <a:prstGeom prst="rect">
            <a:avLst/>
          </a:prstGeom>
        </p:spPr>
      </p:pic>
      <p:pic>
        <p:nvPicPr>
          <p:cNvPr id="23" name="Picture 22">
            <a:extLst>
              <a:ext uri="{FF2B5EF4-FFF2-40B4-BE49-F238E27FC236}">
                <a16:creationId xmlns:a16="http://schemas.microsoft.com/office/drawing/2014/main" id="{91FB5F65-9B58-4E3B-AE54-4E0AE6A7924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9402" y="5067300"/>
            <a:ext cx="3456848" cy="2800350"/>
          </a:xfrm>
          <a:prstGeom prst="rect">
            <a:avLst/>
          </a:prstGeom>
        </p:spPr>
      </p:pic>
      <p:pic>
        <p:nvPicPr>
          <p:cNvPr id="25" name="Picture 24">
            <a:extLst>
              <a:ext uri="{FF2B5EF4-FFF2-40B4-BE49-F238E27FC236}">
                <a16:creationId xmlns:a16="http://schemas.microsoft.com/office/drawing/2014/main" id="{11C97913-B373-4367-87E8-4D08990F4504}"/>
              </a:ext>
            </a:extLst>
          </p:cNvPr>
          <p:cNvPicPr>
            <a:picLocks noChangeAspect="1"/>
          </p:cNvPicPr>
          <p:nvPr/>
        </p:nvPicPr>
        <p:blipFill rotWithShape="1">
          <a:blip r:embed="rId7">
            <a:extLst>
              <a:ext uri="{28A0092B-C50C-407E-A947-70E740481C1C}">
                <a14:useLocalDpi xmlns:a14="http://schemas.microsoft.com/office/drawing/2010/main" val="0"/>
              </a:ext>
            </a:extLst>
          </a:blip>
          <a:srcRect l="1248" t="11427" r="974" b="33531"/>
          <a:stretch/>
        </p:blipFill>
        <p:spPr>
          <a:xfrm>
            <a:off x="149951" y="7867650"/>
            <a:ext cx="7366000" cy="2424202"/>
          </a:xfrm>
          <a:prstGeom prst="rect">
            <a:avLst/>
          </a:prstGeom>
        </p:spPr>
      </p:pic>
      <p:sp>
        <p:nvSpPr>
          <p:cNvPr id="26" name="Right Triangle 25">
            <a:extLst>
              <a:ext uri="{FF2B5EF4-FFF2-40B4-BE49-F238E27FC236}">
                <a16:creationId xmlns:a16="http://schemas.microsoft.com/office/drawing/2014/main" id="{33396756-3810-4EC4-BB8C-011DEAD3EAC9}"/>
              </a:ext>
            </a:extLst>
          </p:cNvPr>
          <p:cNvSpPr/>
          <p:nvPr/>
        </p:nvSpPr>
        <p:spPr>
          <a:xfrm>
            <a:off x="5130929" y="4286250"/>
            <a:ext cx="2244966" cy="696484"/>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28" name="Right Triangle 27">
            <a:extLst>
              <a:ext uri="{FF2B5EF4-FFF2-40B4-BE49-F238E27FC236}">
                <a16:creationId xmlns:a16="http://schemas.microsoft.com/office/drawing/2014/main" id="{C8FC380F-E3D2-40CA-B84E-E867FD0C983D}"/>
              </a:ext>
            </a:extLst>
          </p:cNvPr>
          <p:cNvSpPr/>
          <p:nvPr/>
        </p:nvSpPr>
        <p:spPr>
          <a:xfrm>
            <a:off x="1651000" y="4529061"/>
            <a:ext cx="2044296" cy="54384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a:extLst>
              <a:ext uri="{FF2B5EF4-FFF2-40B4-BE49-F238E27FC236}">
                <a16:creationId xmlns:a16="http://schemas.microsoft.com/office/drawing/2014/main" id="{51D417A8-322B-4C04-8E33-0CF23B028248}"/>
              </a:ext>
            </a:extLst>
          </p:cNvPr>
          <p:cNvSpPr txBox="1"/>
          <p:nvPr/>
        </p:nvSpPr>
        <p:spPr>
          <a:xfrm>
            <a:off x="1674169" y="4708835"/>
            <a:ext cx="1986202" cy="373591"/>
          </a:xfrm>
          <a:prstGeom prst="rect">
            <a:avLst/>
          </a:prstGeom>
          <a:noFill/>
        </p:spPr>
        <p:txBody>
          <a:bodyPr wrap="square" rtlCol="0">
            <a:spAutoFit/>
          </a:bodyPr>
          <a:lstStyle/>
          <a:p>
            <a:r>
              <a:rPr lang="en-US" dirty="0">
                <a:solidFill>
                  <a:srgbClr val="E7E7E7"/>
                </a:solidFill>
              </a:rPr>
              <a:t>GESAT</a:t>
            </a:r>
          </a:p>
        </p:txBody>
      </p:sp>
      <p:sp>
        <p:nvSpPr>
          <p:cNvPr id="31" name="Right Triangle 30">
            <a:extLst>
              <a:ext uri="{FF2B5EF4-FFF2-40B4-BE49-F238E27FC236}">
                <a16:creationId xmlns:a16="http://schemas.microsoft.com/office/drawing/2014/main" id="{80EBE919-F26D-41C7-9030-35D8BD98A7AA}"/>
              </a:ext>
            </a:extLst>
          </p:cNvPr>
          <p:cNvSpPr/>
          <p:nvPr/>
        </p:nvSpPr>
        <p:spPr>
          <a:xfrm>
            <a:off x="282577" y="7079969"/>
            <a:ext cx="2311626" cy="78768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ight Triangle 31">
            <a:extLst>
              <a:ext uri="{FF2B5EF4-FFF2-40B4-BE49-F238E27FC236}">
                <a16:creationId xmlns:a16="http://schemas.microsoft.com/office/drawing/2014/main" id="{1190AAEF-C166-4EF7-9748-7A0A846DD91C}"/>
              </a:ext>
            </a:extLst>
          </p:cNvPr>
          <p:cNvSpPr/>
          <p:nvPr/>
        </p:nvSpPr>
        <p:spPr>
          <a:xfrm>
            <a:off x="3841298" y="7073338"/>
            <a:ext cx="2311626" cy="78768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ight Triangle 32">
            <a:extLst>
              <a:ext uri="{FF2B5EF4-FFF2-40B4-BE49-F238E27FC236}">
                <a16:creationId xmlns:a16="http://schemas.microsoft.com/office/drawing/2014/main" id="{1B1BF853-057A-4573-967C-1F30D7F4BBB3}"/>
              </a:ext>
            </a:extLst>
          </p:cNvPr>
          <p:cNvSpPr/>
          <p:nvPr/>
        </p:nvSpPr>
        <p:spPr>
          <a:xfrm>
            <a:off x="273052" y="9504171"/>
            <a:ext cx="2311626" cy="78768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ight Triangle 33">
            <a:extLst>
              <a:ext uri="{FF2B5EF4-FFF2-40B4-BE49-F238E27FC236}">
                <a16:creationId xmlns:a16="http://schemas.microsoft.com/office/drawing/2014/main" id="{4268D3A8-2377-4EFA-8F4B-5F39BA9455AC}"/>
              </a:ext>
            </a:extLst>
          </p:cNvPr>
          <p:cNvSpPr/>
          <p:nvPr/>
        </p:nvSpPr>
        <p:spPr>
          <a:xfrm>
            <a:off x="2672898" y="9534282"/>
            <a:ext cx="2311626" cy="78768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ight Triangle 34">
            <a:extLst>
              <a:ext uri="{FF2B5EF4-FFF2-40B4-BE49-F238E27FC236}">
                <a16:creationId xmlns:a16="http://schemas.microsoft.com/office/drawing/2014/main" id="{5549D263-05CE-430A-A516-618648785488}"/>
              </a:ext>
            </a:extLst>
          </p:cNvPr>
          <p:cNvSpPr/>
          <p:nvPr/>
        </p:nvSpPr>
        <p:spPr>
          <a:xfrm>
            <a:off x="5097599" y="9539134"/>
            <a:ext cx="2311626" cy="78768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12011856-6518-41A5-9731-F003D92182BB}"/>
              </a:ext>
            </a:extLst>
          </p:cNvPr>
          <p:cNvSpPr txBox="1"/>
          <p:nvPr/>
        </p:nvSpPr>
        <p:spPr>
          <a:xfrm>
            <a:off x="247427" y="7473809"/>
            <a:ext cx="2186953" cy="373591"/>
          </a:xfrm>
          <a:prstGeom prst="rect">
            <a:avLst/>
          </a:prstGeom>
          <a:noFill/>
        </p:spPr>
        <p:txBody>
          <a:bodyPr wrap="square" rtlCol="0">
            <a:spAutoFit/>
          </a:bodyPr>
          <a:lstStyle/>
          <a:p>
            <a:r>
              <a:rPr lang="en-US" dirty="0">
                <a:solidFill>
                  <a:srgbClr val="E7E7E7"/>
                </a:solidFill>
              </a:rPr>
              <a:t>PENDOPO </a:t>
            </a:r>
          </a:p>
        </p:txBody>
      </p:sp>
      <p:sp>
        <p:nvSpPr>
          <p:cNvPr id="37" name="TextBox 36">
            <a:extLst>
              <a:ext uri="{FF2B5EF4-FFF2-40B4-BE49-F238E27FC236}">
                <a16:creationId xmlns:a16="http://schemas.microsoft.com/office/drawing/2014/main" id="{3D40F89E-F49E-4557-8260-01F5CA33F985}"/>
              </a:ext>
            </a:extLst>
          </p:cNvPr>
          <p:cNvSpPr txBox="1"/>
          <p:nvPr/>
        </p:nvSpPr>
        <p:spPr>
          <a:xfrm>
            <a:off x="3806320" y="7463705"/>
            <a:ext cx="2186953" cy="373591"/>
          </a:xfrm>
          <a:prstGeom prst="rect">
            <a:avLst/>
          </a:prstGeom>
          <a:noFill/>
        </p:spPr>
        <p:txBody>
          <a:bodyPr wrap="square" rtlCol="0">
            <a:spAutoFit/>
          </a:bodyPr>
          <a:lstStyle/>
          <a:p>
            <a:r>
              <a:rPr lang="en-US" dirty="0">
                <a:solidFill>
                  <a:srgbClr val="E7E7E7"/>
                </a:solidFill>
              </a:rPr>
              <a:t>PENDOPO</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1" name="TextBox 40">
            <a:extLst>
              <a:ext uri="{FF2B5EF4-FFF2-40B4-BE49-F238E27FC236}">
                <a16:creationId xmlns:a16="http://schemas.microsoft.com/office/drawing/2014/main" id="{4F92FE2A-CCF4-43AA-83DD-C3B6FF8C16B6}"/>
              </a:ext>
            </a:extLst>
          </p:cNvPr>
          <p:cNvSpPr txBox="1"/>
          <p:nvPr/>
        </p:nvSpPr>
        <p:spPr>
          <a:xfrm>
            <a:off x="2649230" y="9910817"/>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spTree>
    <p:extLst>
      <p:ext uri="{BB962C8B-B14F-4D97-AF65-F5344CB8AC3E}">
        <p14:creationId xmlns:p14="http://schemas.microsoft.com/office/powerpoint/2010/main" val="489741982"/>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alpha val="28000"/>
          </a:schemeClr>
        </a:solidFill>
        <a:effectLst/>
      </p:bgPr>
    </p:bg>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5BC22AFD-83B8-4BFB-B171-26ACF97D160F}"/>
              </a:ext>
            </a:extLst>
          </p:cNvPr>
          <p:cNvSpPr/>
          <p:nvPr/>
        </p:nvSpPr>
        <p:spPr>
          <a:xfrm>
            <a:off x="-2424374" y="-245679"/>
            <a:ext cx="8001000" cy="2381234"/>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E6DD7938-9287-4317-995E-7691813CCC80}"/>
              </a:ext>
            </a:extLst>
          </p:cNvPr>
          <p:cNvSpPr/>
          <p:nvPr/>
        </p:nvSpPr>
        <p:spPr>
          <a:xfrm>
            <a:off x="6118515" y="114300"/>
            <a:ext cx="1143000" cy="1181100"/>
          </a:xfrm>
          <a:prstGeom prst="rect">
            <a:avLst/>
          </a:prstGeom>
          <a:blipFill>
            <a:blip r:embed="rId3"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24188AEB-1364-4BD4-ABC8-F3B34009709E}"/>
              </a:ext>
            </a:extLst>
          </p:cNvPr>
          <p:cNvSpPr txBox="1"/>
          <p:nvPr/>
        </p:nvSpPr>
        <p:spPr>
          <a:xfrm>
            <a:off x="214490" y="368342"/>
            <a:ext cx="2396772" cy="990600"/>
          </a:xfrm>
          <a:prstGeom prst="rect">
            <a:avLst/>
          </a:prstGeom>
        </p:spPr>
        <p:txBody>
          <a:bodyPr wrap="square" lIns="0" tIns="0" rIns="0" bIns="0" rtlCol="0">
            <a:noAutofit/>
          </a:bodyPr>
          <a:lstStyle/>
          <a:p>
            <a:pPr marL="12700" marR="33953">
              <a:lnSpc>
                <a:spcPts val="1895"/>
              </a:lnSpc>
              <a:spcBef>
                <a:spcPts val="94"/>
              </a:spcBef>
            </a:pPr>
            <a:r>
              <a:rPr sz="1800" b="1" spc="0" dirty="0">
                <a:solidFill>
                  <a:srgbClr val="F9FDFF"/>
                </a:solidFill>
                <a:latin typeface="Times New Roman"/>
                <a:cs typeface="Times New Roman"/>
              </a:rPr>
              <a:t>FOTO</a:t>
            </a:r>
            <a:r>
              <a:rPr sz="1800" b="1" spc="37" dirty="0">
                <a:solidFill>
                  <a:srgbClr val="F9FDFF"/>
                </a:solidFill>
                <a:latin typeface="Times New Roman"/>
                <a:cs typeface="Times New Roman"/>
              </a:rPr>
              <a:t> </a:t>
            </a:r>
            <a:r>
              <a:rPr sz="1800" b="1" spc="0" dirty="0">
                <a:solidFill>
                  <a:srgbClr val="F9FDFF"/>
                </a:solidFill>
                <a:latin typeface="Times New Roman"/>
                <a:cs typeface="Times New Roman"/>
              </a:rPr>
              <a:t>KEGIATAN</a:t>
            </a:r>
            <a:endParaRPr sz="1800" dirty="0">
              <a:latin typeface="Times New Roman"/>
              <a:cs typeface="Times New Roman"/>
            </a:endParaRPr>
          </a:p>
          <a:p>
            <a:pPr marL="12700">
              <a:lnSpc>
                <a:spcPct val="95825"/>
              </a:lnSpc>
              <a:spcBef>
                <a:spcPts val="320"/>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Kebersihan</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dan</a:t>
            </a:r>
            <a:endParaRPr sz="1550" dirty="0">
              <a:latin typeface="Times New Roman"/>
              <a:cs typeface="Times New Roman"/>
            </a:endParaRPr>
          </a:p>
          <a:p>
            <a:pPr marL="12700" marR="33953">
              <a:lnSpc>
                <a:spcPct val="95825"/>
              </a:lnSpc>
              <a:spcBef>
                <a:spcPts val="415"/>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Keamanan</a:t>
            </a:r>
            <a:endParaRPr sz="1550" dirty="0">
              <a:latin typeface="Times New Roman"/>
              <a:cs typeface="Times New Roman"/>
            </a:endParaRPr>
          </a:p>
        </p:txBody>
      </p:sp>
      <p:grpSp>
        <p:nvGrpSpPr>
          <p:cNvPr id="8" name="Group 7">
            <a:extLst>
              <a:ext uri="{FF2B5EF4-FFF2-40B4-BE49-F238E27FC236}">
                <a16:creationId xmlns:a16="http://schemas.microsoft.com/office/drawing/2014/main" id="{FEAA5EBB-E010-47AF-A98E-7D235C5E9740}"/>
              </a:ext>
            </a:extLst>
          </p:cNvPr>
          <p:cNvGrpSpPr/>
          <p:nvPr/>
        </p:nvGrpSpPr>
        <p:grpSpPr>
          <a:xfrm>
            <a:off x="111017" y="2299452"/>
            <a:ext cx="2317656" cy="4121434"/>
            <a:chOff x="419794" y="1597786"/>
            <a:chExt cx="2317656" cy="4631906"/>
          </a:xfrm>
        </p:grpSpPr>
        <p:pic>
          <p:nvPicPr>
            <p:cNvPr id="9" name="Picture 8">
              <a:extLst>
                <a:ext uri="{FF2B5EF4-FFF2-40B4-BE49-F238E27FC236}">
                  <a16:creationId xmlns:a16="http://schemas.microsoft.com/office/drawing/2014/main" id="{DD83E553-C2D6-4AEB-909E-74C2476801B8}"/>
                </a:ext>
              </a:extLst>
            </p:cNvPr>
            <p:cNvPicPr>
              <a:picLocks noChangeAspect="1"/>
            </p:cNvPicPr>
            <p:nvPr/>
          </p:nvPicPr>
          <p:blipFill>
            <a:blip r:embed="rId4" cstate="print">
              <a:extLst>
                <a:ext uri="{28A0092B-C50C-407E-A947-70E740481C1C}">
                  <a14:useLocalDpi xmlns:a14="http://schemas.microsoft.com/office/drawing/2010/main" val="0"/>
                </a:ext>
              </a:extLst>
            </a:blip>
            <a:srcRect l="13006" r="13006"/>
            <a:stretch/>
          </p:blipFill>
          <p:spPr>
            <a:xfrm>
              <a:off x="439179" y="1597786"/>
              <a:ext cx="2288432" cy="4631906"/>
            </a:xfrm>
            <a:prstGeom prst="rect">
              <a:avLst/>
            </a:prstGeom>
          </p:spPr>
        </p:pic>
        <p:sp>
          <p:nvSpPr>
            <p:cNvPr id="10" name="Right Triangle 9">
              <a:extLst>
                <a:ext uri="{FF2B5EF4-FFF2-40B4-BE49-F238E27FC236}">
                  <a16:creationId xmlns:a16="http://schemas.microsoft.com/office/drawing/2014/main" id="{63826246-0343-459B-A2FC-59607D9714DF}"/>
                </a:ext>
              </a:extLst>
            </p:cNvPr>
            <p:cNvSpPr/>
            <p:nvPr/>
          </p:nvSpPr>
          <p:spPr>
            <a:xfrm>
              <a:off x="449018" y="5200872"/>
              <a:ext cx="2288432" cy="99897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6AC27E3-7F37-4034-B47F-74D1B364AFAC}"/>
                </a:ext>
              </a:extLst>
            </p:cNvPr>
            <p:cNvSpPr txBox="1"/>
            <p:nvPr/>
          </p:nvSpPr>
          <p:spPr>
            <a:xfrm>
              <a:off x="419794" y="5786404"/>
              <a:ext cx="1796852" cy="415077"/>
            </a:xfrm>
            <a:prstGeom prst="rect">
              <a:avLst/>
            </a:prstGeom>
            <a:noFill/>
          </p:spPr>
          <p:txBody>
            <a:bodyPr wrap="square" rtlCol="0">
              <a:spAutoFit/>
            </a:bodyPr>
            <a:lstStyle/>
            <a:p>
              <a:r>
                <a:rPr lang="en-US" dirty="0">
                  <a:solidFill>
                    <a:srgbClr val="E7E7E7"/>
                  </a:solidFill>
                </a:rPr>
                <a:t>BAPPELITBANG</a:t>
              </a:r>
            </a:p>
          </p:txBody>
        </p:sp>
      </p:grpSp>
      <p:grpSp>
        <p:nvGrpSpPr>
          <p:cNvPr id="17" name="Group 16">
            <a:extLst>
              <a:ext uri="{FF2B5EF4-FFF2-40B4-BE49-F238E27FC236}">
                <a16:creationId xmlns:a16="http://schemas.microsoft.com/office/drawing/2014/main" id="{83D7028A-67DA-45E6-9731-8FBE088CF94E}"/>
              </a:ext>
            </a:extLst>
          </p:cNvPr>
          <p:cNvGrpSpPr/>
          <p:nvPr/>
        </p:nvGrpSpPr>
        <p:grpSpPr>
          <a:xfrm>
            <a:off x="5040528" y="2280741"/>
            <a:ext cx="2311626" cy="4121434"/>
            <a:chOff x="406441" y="1561317"/>
            <a:chExt cx="2311626" cy="4631906"/>
          </a:xfrm>
        </p:grpSpPr>
        <p:pic>
          <p:nvPicPr>
            <p:cNvPr id="18" name="Picture 17">
              <a:extLst>
                <a:ext uri="{FF2B5EF4-FFF2-40B4-BE49-F238E27FC236}">
                  <a16:creationId xmlns:a16="http://schemas.microsoft.com/office/drawing/2014/main" id="{96375BDE-0F91-47AA-AC4F-5C243FEDBB03}"/>
                </a:ext>
              </a:extLst>
            </p:cNvPr>
            <p:cNvPicPr>
              <a:picLocks noChangeAspect="1"/>
            </p:cNvPicPr>
            <p:nvPr/>
          </p:nvPicPr>
          <p:blipFill>
            <a:blip r:embed="rId5" cstate="print">
              <a:extLst>
                <a:ext uri="{28A0092B-C50C-407E-A947-70E740481C1C}">
                  <a14:useLocalDpi xmlns:a14="http://schemas.microsoft.com/office/drawing/2010/main" val="0"/>
                </a:ext>
              </a:extLst>
            </a:blip>
            <a:srcRect l="12608" r="12608"/>
            <a:stretch/>
          </p:blipFill>
          <p:spPr>
            <a:xfrm>
              <a:off x="406441" y="1561317"/>
              <a:ext cx="2311626" cy="4631906"/>
            </a:xfrm>
            <a:prstGeom prst="rect">
              <a:avLst/>
            </a:prstGeom>
          </p:spPr>
        </p:pic>
        <p:sp>
          <p:nvSpPr>
            <p:cNvPr id="19" name="Right Triangle 18">
              <a:extLst>
                <a:ext uri="{FF2B5EF4-FFF2-40B4-BE49-F238E27FC236}">
                  <a16:creationId xmlns:a16="http://schemas.microsoft.com/office/drawing/2014/main" id="{F64DC4BB-1821-4E26-9C68-BD64EB78C24B}"/>
                </a:ext>
              </a:extLst>
            </p:cNvPr>
            <p:cNvSpPr/>
            <p:nvPr/>
          </p:nvSpPr>
          <p:spPr>
            <a:xfrm>
              <a:off x="406441" y="5381958"/>
              <a:ext cx="2274512" cy="750338"/>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4472D35-CCDB-449C-96F9-80E16B350B41}"/>
                </a:ext>
              </a:extLst>
            </p:cNvPr>
            <p:cNvSpPr txBox="1"/>
            <p:nvPr/>
          </p:nvSpPr>
          <p:spPr>
            <a:xfrm>
              <a:off x="406441" y="5684917"/>
              <a:ext cx="1419226" cy="422329"/>
            </a:xfrm>
            <a:prstGeom prst="rect">
              <a:avLst/>
            </a:prstGeom>
            <a:noFill/>
          </p:spPr>
          <p:txBody>
            <a:bodyPr wrap="square" rtlCol="0">
              <a:spAutoFit/>
            </a:bodyPr>
            <a:lstStyle/>
            <a:p>
              <a:r>
                <a:rPr lang="en-US" dirty="0">
                  <a:solidFill>
                    <a:srgbClr val="E7E7E7"/>
                  </a:solidFill>
                </a:rPr>
                <a:t>BAPENDA</a:t>
              </a:r>
            </a:p>
          </p:txBody>
        </p:sp>
      </p:grpSp>
      <p:grpSp>
        <p:nvGrpSpPr>
          <p:cNvPr id="33" name="Group 32">
            <a:extLst>
              <a:ext uri="{FF2B5EF4-FFF2-40B4-BE49-F238E27FC236}">
                <a16:creationId xmlns:a16="http://schemas.microsoft.com/office/drawing/2014/main" id="{474B9B35-01D0-4CB1-9D23-E1F2EA74FFA0}"/>
              </a:ext>
            </a:extLst>
          </p:cNvPr>
          <p:cNvGrpSpPr/>
          <p:nvPr/>
        </p:nvGrpSpPr>
        <p:grpSpPr>
          <a:xfrm>
            <a:off x="2584453" y="2272246"/>
            <a:ext cx="2311625" cy="4097366"/>
            <a:chOff x="436526" y="1469862"/>
            <a:chExt cx="2288431" cy="4631905"/>
          </a:xfrm>
        </p:grpSpPr>
        <p:pic>
          <p:nvPicPr>
            <p:cNvPr id="34" name="Picture 33">
              <a:extLst>
                <a:ext uri="{FF2B5EF4-FFF2-40B4-BE49-F238E27FC236}">
                  <a16:creationId xmlns:a16="http://schemas.microsoft.com/office/drawing/2014/main" id="{0DD14333-9A39-49B5-8ED5-3012FA3AF6EA}"/>
                </a:ext>
              </a:extLst>
            </p:cNvPr>
            <p:cNvPicPr>
              <a:picLocks noChangeAspect="1"/>
            </p:cNvPicPr>
            <p:nvPr/>
          </p:nvPicPr>
          <p:blipFill>
            <a:blip r:embed="rId6">
              <a:extLst>
                <a:ext uri="{28A0092B-C50C-407E-A947-70E740481C1C}">
                  <a14:useLocalDpi xmlns:a14="http://schemas.microsoft.com/office/drawing/2010/main" val="0"/>
                </a:ext>
              </a:extLst>
            </a:blip>
            <a:srcRect l="28922" r="28922"/>
            <a:stretch/>
          </p:blipFill>
          <p:spPr>
            <a:xfrm>
              <a:off x="436526" y="1469862"/>
              <a:ext cx="2288431" cy="4631905"/>
            </a:xfrm>
            <a:prstGeom prst="rect">
              <a:avLst/>
            </a:prstGeom>
          </p:spPr>
        </p:pic>
        <p:sp>
          <p:nvSpPr>
            <p:cNvPr id="35" name="Right Triangle 34">
              <a:extLst>
                <a:ext uri="{FF2B5EF4-FFF2-40B4-BE49-F238E27FC236}">
                  <a16:creationId xmlns:a16="http://schemas.microsoft.com/office/drawing/2014/main" id="{1F07C855-616B-4D69-9F7D-E9EA25837E80}"/>
                </a:ext>
              </a:extLst>
            </p:cNvPr>
            <p:cNvSpPr/>
            <p:nvPr/>
          </p:nvSpPr>
          <p:spPr>
            <a:xfrm>
              <a:off x="441898" y="5312242"/>
              <a:ext cx="2257097" cy="782579"/>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1" name="Group 40">
            <a:extLst>
              <a:ext uri="{FF2B5EF4-FFF2-40B4-BE49-F238E27FC236}">
                <a16:creationId xmlns:a16="http://schemas.microsoft.com/office/drawing/2014/main" id="{52633C10-47A8-485B-9CBF-CEBA2553856A}"/>
              </a:ext>
            </a:extLst>
          </p:cNvPr>
          <p:cNvGrpSpPr/>
          <p:nvPr/>
        </p:nvGrpSpPr>
        <p:grpSpPr>
          <a:xfrm>
            <a:off x="109948" y="6377298"/>
            <a:ext cx="2338110" cy="4196117"/>
            <a:chOff x="370118" y="1457508"/>
            <a:chExt cx="2338110" cy="4715840"/>
          </a:xfrm>
        </p:grpSpPr>
        <p:pic>
          <p:nvPicPr>
            <p:cNvPr id="42" name="Picture 41">
              <a:extLst>
                <a:ext uri="{FF2B5EF4-FFF2-40B4-BE49-F238E27FC236}">
                  <a16:creationId xmlns:a16="http://schemas.microsoft.com/office/drawing/2014/main" id="{CFE24A31-E03E-4BA6-86B8-4FA0665FD517}"/>
                </a:ext>
              </a:extLst>
            </p:cNvPr>
            <p:cNvPicPr>
              <a:picLocks noChangeAspect="1"/>
            </p:cNvPicPr>
            <p:nvPr/>
          </p:nvPicPr>
          <p:blipFill>
            <a:blip r:embed="rId7" cstate="print">
              <a:extLst>
                <a:ext uri="{28A0092B-C50C-407E-A947-70E740481C1C}">
                  <a14:useLocalDpi xmlns:a14="http://schemas.microsoft.com/office/drawing/2010/main" val="0"/>
                </a:ext>
              </a:extLst>
            </a:blip>
            <a:srcRect l="12356" r="12356"/>
            <a:stretch/>
          </p:blipFill>
          <p:spPr>
            <a:xfrm>
              <a:off x="419796" y="1461303"/>
              <a:ext cx="2288432" cy="4631906"/>
            </a:xfrm>
            <a:prstGeom prst="rect">
              <a:avLst/>
            </a:prstGeom>
          </p:spPr>
        </p:pic>
        <p:sp>
          <p:nvSpPr>
            <p:cNvPr id="43" name="Right Triangle 42">
              <a:extLst>
                <a:ext uri="{FF2B5EF4-FFF2-40B4-BE49-F238E27FC236}">
                  <a16:creationId xmlns:a16="http://schemas.microsoft.com/office/drawing/2014/main" id="{8F15A1BC-177C-4439-9C62-64EEFBF40FAF}"/>
                </a:ext>
              </a:extLst>
            </p:cNvPr>
            <p:cNvSpPr/>
            <p:nvPr/>
          </p:nvSpPr>
          <p:spPr>
            <a:xfrm>
              <a:off x="391349" y="5319752"/>
              <a:ext cx="2288432" cy="853596"/>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Triangle 43">
              <a:extLst>
                <a:ext uri="{FF2B5EF4-FFF2-40B4-BE49-F238E27FC236}">
                  <a16:creationId xmlns:a16="http://schemas.microsoft.com/office/drawing/2014/main" id="{F71F29F6-73F9-44A2-8CCF-0E99995010BA}"/>
                </a:ext>
              </a:extLst>
            </p:cNvPr>
            <p:cNvSpPr/>
            <p:nvPr/>
          </p:nvSpPr>
          <p:spPr>
            <a:xfrm rot="10800000">
              <a:off x="370118" y="1457508"/>
              <a:ext cx="2318278" cy="778006"/>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35001FF1-D516-4456-AE58-7ABA4786F7DF}"/>
                </a:ext>
              </a:extLst>
            </p:cNvPr>
            <p:cNvSpPr txBox="1"/>
            <p:nvPr/>
          </p:nvSpPr>
          <p:spPr>
            <a:xfrm>
              <a:off x="446294" y="5679026"/>
              <a:ext cx="1419226" cy="422329"/>
            </a:xfrm>
            <a:prstGeom prst="rect">
              <a:avLst/>
            </a:prstGeom>
            <a:noFill/>
          </p:spPr>
          <p:txBody>
            <a:bodyPr wrap="square" rtlCol="0">
              <a:spAutoFit/>
            </a:bodyPr>
            <a:lstStyle/>
            <a:p>
              <a:r>
                <a:rPr lang="en-US" dirty="0">
                  <a:solidFill>
                    <a:srgbClr val="E7E7E7"/>
                  </a:solidFill>
                </a:rPr>
                <a:t>BAPENDA</a:t>
              </a:r>
            </a:p>
          </p:txBody>
        </p:sp>
      </p:grpSp>
      <p:grpSp>
        <p:nvGrpSpPr>
          <p:cNvPr id="49" name="Group 48">
            <a:extLst>
              <a:ext uri="{FF2B5EF4-FFF2-40B4-BE49-F238E27FC236}">
                <a16:creationId xmlns:a16="http://schemas.microsoft.com/office/drawing/2014/main" id="{D206EEF8-D0AC-444C-A8B9-3436726CF7FA}"/>
              </a:ext>
            </a:extLst>
          </p:cNvPr>
          <p:cNvGrpSpPr/>
          <p:nvPr/>
        </p:nvGrpSpPr>
        <p:grpSpPr>
          <a:xfrm>
            <a:off x="2576448" y="6353942"/>
            <a:ext cx="2321168" cy="4177120"/>
            <a:chOff x="429636" y="1417335"/>
            <a:chExt cx="2321168" cy="4694489"/>
          </a:xfrm>
        </p:grpSpPr>
        <p:pic>
          <p:nvPicPr>
            <p:cNvPr id="50" name="Picture 49">
              <a:extLst>
                <a:ext uri="{FF2B5EF4-FFF2-40B4-BE49-F238E27FC236}">
                  <a16:creationId xmlns:a16="http://schemas.microsoft.com/office/drawing/2014/main" id="{24685A80-861B-4108-9F81-4BD825C79C0F}"/>
                </a:ext>
              </a:extLst>
            </p:cNvPr>
            <p:cNvPicPr>
              <a:picLocks noChangeAspect="1"/>
            </p:cNvPicPr>
            <p:nvPr/>
          </p:nvPicPr>
          <p:blipFill>
            <a:blip r:embed="rId8" cstate="print">
              <a:extLst>
                <a:ext uri="{28A0092B-C50C-407E-A947-70E740481C1C}">
                  <a14:useLocalDpi xmlns:a14="http://schemas.microsoft.com/office/drawing/2010/main" val="0"/>
                </a:ext>
              </a:extLst>
            </a:blip>
            <a:srcRect l="12608" r="12608"/>
            <a:stretch/>
          </p:blipFill>
          <p:spPr>
            <a:xfrm>
              <a:off x="439179" y="1463433"/>
              <a:ext cx="2311625" cy="4631906"/>
            </a:xfrm>
            <a:prstGeom prst="rect">
              <a:avLst/>
            </a:prstGeom>
          </p:spPr>
        </p:pic>
        <p:sp>
          <p:nvSpPr>
            <p:cNvPr id="51" name="Right Triangle 50">
              <a:extLst>
                <a:ext uri="{FF2B5EF4-FFF2-40B4-BE49-F238E27FC236}">
                  <a16:creationId xmlns:a16="http://schemas.microsoft.com/office/drawing/2014/main" id="{178B2761-6194-49AA-A665-03903E01CC26}"/>
                </a:ext>
              </a:extLst>
            </p:cNvPr>
            <p:cNvSpPr/>
            <p:nvPr/>
          </p:nvSpPr>
          <p:spPr>
            <a:xfrm>
              <a:off x="429636" y="5258229"/>
              <a:ext cx="2288432" cy="853595"/>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Triangle 51">
              <a:extLst>
                <a:ext uri="{FF2B5EF4-FFF2-40B4-BE49-F238E27FC236}">
                  <a16:creationId xmlns:a16="http://schemas.microsoft.com/office/drawing/2014/main" id="{BCABD815-25FB-4C16-BA14-7F5FD01DB668}"/>
                </a:ext>
              </a:extLst>
            </p:cNvPr>
            <p:cNvSpPr/>
            <p:nvPr/>
          </p:nvSpPr>
          <p:spPr>
            <a:xfrm rot="10800000">
              <a:off x="439179" y="1417335"/>
              <a:ext cx="2311625" cy="778008"/>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966BF85B-AD29-432F-968C-A2DBFB693AC6}"/>
              </a:ext>
            </a:extLst>
          </p:cNvPr>
          <p:cNvGrpSpPr/>
          <p:nvPr/>
        </p:nvGrpSpPr>
        <p:grpSpPr>
          <a:xfrm>
            <a:off x="5032522" y="6325673"/>
            <a:ext cx="2319632" cy="4197936"/>
            <a:chOff x="395395" y="1329168"/>
            <a:chExt cx="2630496" cy="4717882"/>
          </a:xfrm>
        </p:grpSpPr>
        <p:pic>
          <p:nvPicPr>
            <p:cNvPr id="58" name="Picture 57">
              <a:extLst>
                <a:ext uri="{FF2B5EF4-FFF2-40B4-BE49-F238E27FC236}">
                  <a16:creationId xmlns:a16="http://schemas.microsoft.com/office/drawing/2014/main" id="{19B2F834-84A4-4467-BE81-174DC626AD0B}"/>
                </a:ext>
              </a:extLst>
            </p:cNvPr>
            <p:cNvPicPr>
              <a:picLocks noChangeAspect="1"/>
            </p:cNvPicPr>
            <p:nvPr/>
          </p:nvPicPr>
          <p:blipFill>
            <a:blip r:embed="rId9" cstate="print">
              <a:extLst>
                <a:ext uri="{28A0092B-C50C-407E-A947-70E740481C1C}">
                  <a14:useLocalDpi xmlns:a14="http://schemas.microsoft.com/office/drawing/2010/main" val="0"/>
                </a:ext>
              </a:extLst>
            </a:blip>
            <a:srcRect l="246" r="246"/>
            <a:stretch/>
          </p:blipFill>
          <p:spPr>
            <a:xfrm>
              <a:off x="412170" y="1406325"/>
              <a:ext cx="2613721" cy="4631905"/>
            </a:xfrm>
            <a:prstGeom prst="rect">
              <a:avLst/>
            </a:prstGeom>
          </p:spPr>
        </p:pic>
        <p:sp>
          <p:nvSpPr>
            <p:cNvPr id="59" name="Right Triangle 58">
              <a:extLst>
                <a:ext uri="{FF2B5EF4-FFF2-40B4-BE49-F238E27FC236}">
                  <a16:creationId xmlns:a16="http://schemas.microsoft.com/office/drawing/2014/main" id="{66F8AAD4-3B2C-4A36-836D-7F6B0D5E227D}"/>
                </a:ext>
              </a:extLst>
            </p:cNvPr>
            <p:cNvSpPr/>
            <p:nvPr/>
          </p:nvSpPr>
          <p:spPr>
            <a:xfrm>
              <a:off x="421317" y="4432503"/>
              <a:ext cx="2557683" cy="1614547"/>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ight Triangle 59">
              <a:extLst>
                <a:ext uri="{FF2B5EF4-FFF2-40B4-BE49-F238E27FC236}">
                  <a16:creationId xmlns:a16="http://schemas.microsoft.com/office/drawing/2014/main" id="{09F64397-C714-4619-9A50-12659FD5B49D}"/>
                </a:ext>
              </a:extLst>
            </p:cNvPr>
            <p:cNvSpPr/>
            <p:nvPr/>
          </p:nvSpPr>
          <p:spPr>
            <a:xfrm rot="10800000">
              <a:off x="395395" y="1329168"/>
              <a:ext cx="2571012" cy="778007"/>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1A641425-52D7-4311-BD41-D06201B3268A}"/>
                </a:ext>
              </a:extLst>
            </p:cNvPr>
            <p:cNvSpPr txBox="1"/>
            <p:nvPr/>
          </p:nvSpPr>
          <p:spPr>
            <a:xfrm>
              <a:off x="429635" y="5511007"/>
              <a:ext cx="1834250" cy="415077"/>
            </a:xfrm>
            <a:prstGeom prst="rect">
              <a:avLst/>
            </a:prstGeom>
            <a:noFill/>
          </p:spPr>
          <p:txBody>
            <a:bodyPr wrap="square" rtlCol="0">
              <a:spAutoFit/>
            </a:bodyPr>
            <a:lstStyle/>
            <a:p>
              <a:r>
                <a:rPr lang="en-US" dirty="0">
                  <a:solidFill>
                    <a:srgbClr val="E7E7E7"/>
                  </a:solidFill>
                </a:rPr>
                <a:t>GRAHA ATMA</a:t>
              </a:r>
            </a:p>
          </p:txBody>
        </p:sp>
      </p:grpSp>
      <p:sp>
        <p:nvSpPr>
          <p:cNvPr id="6" name="TextBox 5">
            <a:extLst>
              <a:ext uri="{FF2B5EF4-FFF2-40B4-BE49-F238E27FC236}">
                <a16:creationId xmlns:a16="http://schemas.microsoft.com/office/drawing/2014/main" id="{71839B65-5E4E-65C0-CB5C-C40C494A824E}"/>
              </a:ext>
            </a:extLst>
          </p:cNvPr>
          <p:cNvSpPr txBox="1"/>
          <p:nvPr/>
        </p:nvSpPr>
        <p:spPr>
          <a:xfrm>
            <a:off x="2539933" y="6016732"/>
            <a:ext cx="1992053" cy="369332"/>
          </a:xfrm>
          <a:prstGeom prst="rect">
            <a:avLst/>
          </a:prstGeom>
          <a:noFill/>
        </p:spPr>
        <p:txBody>
          <a:bodyPr wrap="square">
            <a:spAutoFit/>
          </a:bodyPr>
          <a:lstStyle/>
          <a:p>
            <a:r>
              <a:rPr lang="en-US" dirty="0">
                <a:solidFill>
                  <a:srgbClr val="E7E7E7"/>
                </a:solidFill>
              </a:rPr>
              <a:t>BAPPELITBANG</a:t>
            </a:r>
          </a:p>
        </p:txBody>
      </p:sp>
      <p:sp>
        <p:nvSpPr>
          <p:cNvPr id="25" name="TextBox 24">
            <a:extLst>
              <a:ext uri="{FF2B5EF4-FFF2-40B4-BE49-F238E27FC236}">
                <a16:creationId xmlns:a16="http://schemas.microsoft.com/office/drawing/2014/main" id="{5F6710E5-15C7-A764-66D0-8BAA42A65E10}"/>
              </a:ext>
            </a:extLst>
          </p:cNvPr>
          <p:cNvSpPr txBox="1"/>
          <p:nvPr/>
        </p:nvSpPr>
        <p:spPr>
          <a:xfrm>
            <a:off x="2598691" y="10125784"/>
            <a:ext cx="1419226" cy="375785"/>
          </a:xfrm>
          <a:prstGeom prst="rect">
            <a:avLst/>
          </a:prstGeom>
          <a:noFill/>
        </p:spPr>
        <p:txBody>
          <a:bodyPr wrap="square" rtlCol="0">
            <a:spAutoFit/>
          </a:bodyPr>
          <a:lstStyle/>
          <a:p>
            <a:r>
              <a:rPr lang="en-US" dirty="0">
                <a:solidFill>
                  <a:srgbClr val="E7E7E7"/>
                </a:solidFill>
              </a:rPr>
              <a:t>BAPENDA</a:t>
            </a:r>
          </a:p>
        </p:txBody>
      </p:sp>
    </p:spTree>
    <p:extLst>
      <p:ext uri="{BB962C8B-B14F-4D97-AF65-F5344CB8AC3E}">
        <p14:creationId xmlns:p14="http://schemas.microsoft.com/office/powerpoint/2010/main" val="1190659546"/>
      </p:ext>
    </p:extLst>
  </p:cSld>
  <p:clrMapOvr>
    <a:masterClrMapping/>
  </p:clrMapOvr>
  <mc:AlternateContent xmlns:mc="http://schemas.openxmlformats.org/markup-compatibility/2006" xmlns:p14="http://schemas.microsoft.com/office/powerpoint/2010/main">
    <mc:Choice Requires="p14">
      <p:transition spd="slow" p14:dur="3400" advTm="13138">
        <p14:reveal/>
      </p:transition>
    </mc:Choice>
    <mc:Fallback xmlns="">
      <p:transition spd="slow" advTm="1313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0-#ppt_w/2"/>
                                          </p:val>
                                        </p:tav>
                                        <p:tav tm="100000">
                                          <p:val>
                                            <p:strVal val="#ppt_x"/>
                                          </p:val>
                                        </p:tav>
                                      </p:tavLst>
                                    </p:anim>
                                    <p:anim calcmode="lin" valueType="num">
                                      <p:cBhvr additive="base">
                                        <p:cTn id="13" dur="500" fill="hold"/>
                                        <p:tgtEl>
                                          <p:spTgt spid="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additive="base">
                                        <p:cTn id="17" dur="500" fill="hold"/>
                                        <p:tgtEl>
                                          <p:spTgt spid="33"/>
                                        </p:tgtEl>
                                        <p:attrNameLst>
                                          <p:attrName>ppt_x</p:attrName>
                                        </p:attrNameLst>
                                      </p:cBhvr>
                                      <p:tavLst>
                                        <p:tav tm="0">
                                          <p:val>
                                            <p:strVal val="0-#ppt_w/2"/>
                                          </p:val>
                                        </p:tav>
                                        <p:tav tm="100000">
                                          <p:val>
                                            <p:strVal val="#ppt_x"/>
                                          </p:val>
                                        </p:tav>
                                      </p:tavLst>
                                    </p:anim>
                                    <p:anim calcmode="lin" valueType="num">
                                      <p:cBhvr additive="base">
                                        <p:cTn id="18" dur="500" fill="hold"/>
                                        <p:tgtEl>
                                          <p:spTgt spid="3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additive="base">
                                        <p:cTn id="22" dur="500" fill="hold"/>
                                        <p:tgtEl>
                                          <p:spTgt spid="41"/>
                                        </p:tgtEl>
                                        <p:attrNameLst>
                                          <p:attrName>ppt_x</p:attrName>
                                        </p:attrNameLst>
                                      </p:cBhvr>
                                      <p:tavLst>
                                        <p:tav tm="0">
                                          <p:val>
                                            <p:strVal val="0-#ppt_w/2"/>
                                          </p:val>
                                        </p:tav>
                                        <p:tav tm="100000">
                                          <p:val>
                                            <p:strVal val="#ppt_x"/>
                                          </p:val>
                                        </p:tav>
                                      </p:tavLst>
                                    </p:anim>
                                    <p:anim calcmode="lin" valueType="num">
                                      <p:cBhvr additive="base">
                                        <p:cTn id="23" dur="500" fill="hold"/>
                                        <p:tgtEl>
                                          <p:spTgt spid="41"/>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0-#ppt_w/2"/>
                                          </p:val>
                                        </p:tav>
                                        <p:tav tm="100000">
                                          <p:val>
                                            <p:strVal val="#ppt_x"/>
                                          </p:val>
                                        </p:tav>
                                      </p:tavLst>
                                    </p:anim>
                                    <p:anim calcmode="lin" valueType="num">
                                      <p:cBhvr additive="base">
                                        <p:cTn id="28" dur="500" fill="hold"/>
                                        <p:tgtEl>
                                          <p:spTgt spid="49"/>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57"/>
                                        </p:tgtEl>
                                        <p:attrNameLst>
                                          <p:attrName>style.visibility</p:attrName>
                                        </p:attrNameLst>
                                      </p:cBhvr>
                                      <p:to>
                                        <p:strVal val="visible"/>
                                      </p:to>
                                    </p:set>
                                    <p:anim calcmode="lin" valueType="num">
                                      <p:cBhvr additive="base">
                                        <p:cTn id="32" dur="500" fill="hold"/>
                                        <p:tgtEl>
                                          <p:spTgt spid="57"/>
                                        </p:tgtEl>
                                        <p:attrNameLst>
                                          <p:attrName>ppt_x</p:attrName>
                                        </p:attrNameLst>
                                      </p:cBhvr>
                                      <p:tavLst>
                                        <p:tav tm="0">
                                          <p:val>
                                            <p:strVal val="0-#ppt_w/2"/>
                                          </p:val>
                                        </p:tav>
                                        <p:tav tm="100000">
                                          <p:val>
                                            <p:strVal val="#ppt_x"/>
                                          </p:val>
                                        </p:tav>
                                      </p:tavLst>
                                    </p:anim>
                                    <p:anim calcmode="lin" valueType="num">
                                      <p:cBhvr additive="base">
                                        <p:cTn id="33"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540000" y="-319568"/>
            <a:ext cx="83820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2411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nSpc>
                <a:spcPts val="1895"/>
              </a:lnSpc>
              <a:spcBef>
                <a:spcPts val="94"/>
              </a:spcBef>
            </a:pPr>
            <a:r>
              <a:rPr lang="en-ID" sz="2000" b="1" spc="0" dirty="0">
                <a:solidFill>
                  <a:srgbClr val="F9FDFF"/>
                </a:solidFill>
                <a:latin typeface="Times New Roman"/>
                <a:cs typeface="Times New Roman"/>
              </a:rPr>
              <a:t>FOTO</a:t>
            </a:r>
            <a:r>
              <a:rPr lang="en-ID" sz="2000" b="1" spc="37" dirty="0">
                <a:solidFill>
                  <a:srgbClr val="F9FDFF"/>
                </a:solidFill>
                <a:latin typeface="Times New Roman"/>
                <a:cs typeface="Times New Roman"/>
              </a:rPr>
              <a:t> </a:t>
            </a:r>
            <a:r>
              <a:rPr lang="en-ID" sz="2000" b="1" spc="0" dirty="0">
                <a:solidFill>
                  <a:srgbClr val="F9FDFF"/>
                </a:solidFill>
                <a:latin typeface="Times New Roman"/>
                <a:cs typeface="Times New Roman"/>
              </a:rPr>
              <a:t>KEGIATAN</a:t>
            </a:r>
            <a:endParaRPr lang="en-ID" sz="2000" dirty="0">
              <a:latin typeface="Times New Roman"/>
              <a:cs typeface="Times New Roman"/>
            </a:endParaRPr>
          </a:p>
          <a:p>
            <a:pPr marL="12700" marR="33953">
              <a:lnSpc>
                <a:spcPct val="95825"/>
              </a:lnSpc>
              <a:spcBef>
                <a:spcPts val="415"/>
              </a:spcBef>
            </a:pPr>
            <a:r>
              <a:rPr lang="en-US" sz="1550" dirty="0">
                <a:solidFill>
                  <a:srgbClr val="F9FDFF"/>
                </a:solidFill>
                <a:latin typeface="Times New Roman"/>
                <a:cs typeface="Times New Roman"/>
              </a:rPr>
              <a:t>KORDINASI PT. IMPALA AKBARINDO </a:t>
            </a:r>
          </a:p>
          <a:p>
            <a:pPr marL="12700" marR="33953">
              <a:lnSpc>
                <a:spcPct val="95825"/>
              </a:lnSpc>
              <a:spcBef>
                <a:spcPts val="415"/>
              </a:spcBef>
            </a:pPr>
            <a:r>
              <a:rPr lang="en-US" sz="1550" dirty="0">
                <a:solidFill>
                  <a:srgbClr val="F9FDFF"/>
                </a:solidFill>
                <a:latin typeface="Times New Roman"/>
                <a:cs typeface="Times New Roman"/>
              </a:rPr>
              <a:t>AREA RS JIWA PROVINSI JAWA BARAT</a:t>
            </a:r>
          </a:p>
          <a:p>
            <a:pPr marL="12700" marR="33953">
              <a:lnSpc>
                <a:spcPct val="95825"/>
              </a:lnSpc>
              <a:spcBef>
                <a:spcPts val="415"/>
              </a:spcBef>
            </a:pPr>
            <a:endParaRPr sz="1550" dirty="0">
              <a:latin typeface="Times New Roman"/>
              <a:cs typeface="Times New Roman"/>
            </a:endParaRPr>
          </a:p>
        </p:txBody>
      </p:sp>
      <p:pic>
        <p:nvPicPr>
          <p:cNvPr id="17" name="Picture 16">
            <a:extLst>
              <a:ext uri="{FF2B5EF4-FFF2-40B4-BE49-F238E27FC236}">
                <a16:creationId xmlns:a16="http://schemas.microsoft.com/office/drawing/2014/main" id="{F2506888-6CB0-4272-9B23-90772FEF11DE}"/>
              </a:ext>
            </a:extLst>
          </p:cNvPr>
          <p:cNvPicPr>
            <a:picLocks noChangeAspect="1"/>
          </p:cNvPicPr>
          <p:nvPr/>
        </p:nvPicPr>
        <p:blipFill>
          <a:blip r:embed="rId3" cstate="print">
            <a:extLst>
              <a:ext uri="{28A0092B-C50C-407E-A947-70E740481C1C}">
                <a14:useLocalDpi xmlns:a14="http://schemas.microsoft.com/office/drawing/2010/main" val="0"/>
              </a:ext>
            </a:extLst>
          </a:blip>
          <a:srcRect t="1003" b="1003"/>
          <a:stretch/>
        </p:blipFill>
        <p:spPr>
          <a:xfrm flipH="1">
            <a:off x="2823702" y="2123642"/>
            <a:ext cx="2249041" cy="2938573"/>
          </a:xfrm>
          <a:prstGeom prst="rect">
            <a:avLst/>
          </a:prstGeom>
        </p:spPr>
      </p:pic>
      <p:pic>
        <p:nvPicPr>
          <p:cNvPr id="19" name="Picture 18">
            <a:extLst>
              <a:ext uri="{FF2B5EF4-FFF2-40B4-BE49-F238E27FC236}">
                <a16:creationId xmlns:a16="http://schemas.microsoft.com/office/drawing/2014/main" id="{4310283C-7C72-4A34-82C4-67ED8BFACB4F}"/>
              </a:ext>
            </a:extLst>
          </p:cNvPr>
          <p:cNvPicPr>
            <a:picLocks noChangeAspect="1"/>
          </p:cNvPicPr>
          <p:nvPr/>
        </p:nvPicPr>
        <p:blipFill>
          <a:blip r:embed="rId4" cstate="print">
            <a:extLst>
              <a:ext uri="{28A0092B-C50C-407E-A947-70E740481C1C}">
                <a14:useLocalDpi xmlns:a14="http://schemas.microsoft.com/office/drawing/2010/main" val="0"/>
              </a:ext>
            </a:extLst>
          </a:blip>
          <a:srcRect l="13988" r="13988"/>
          <a:stretch/>
        </p:blipFill>
        <p:spPr>
          <a:xfrm>
            <a:off x="-10205" y="2133168"/>
            <a:ext cx="2774919" cy="2899170"/>
          </a:xfrm>
          <a:prstGeom prst="rect">
            <a:avLst/>
          </a:prstGeom>
        </p:spPr>
      </p:pic>
      <p:pic>
        <p:nvPicPr>
          <p:cNvPr id="21" name="Picture 20">
            <a:extLst>
              <a:ext uri="{FF2B5EF4-FFF2-40B4-BE49-F238E27FC236}">
                <a16:creationId xmlns:a16="http://schemas.microsoft.com/office/drawing/2014/main" id="{52714DE3-E1A8-4541-A7E1-17D8E9F3E74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3403600" y="5135606"/>
            <a:ext cx="2147720" cy="2794604"/>
          </a:xfrm>
          <a:prstGeom prst="rect">
            <a:avLst/>
          </a:prstGeom>
        </p:spPr>
      </p:pic>
      <p:pic>
        <p:nvPicPr>
          <p:cNvPr id="23" name="Picture 22">
            <a:extLst>
              <a:ext uri="{FF2B5EF4-FFF2-40B4-BE49-F238E27FC236}">
                <a16:creationId xmlns:a16="http://schemas.microsoft.com/office/drawing/2014/main" id="{91FB5F65-9B58-4E3B-AE54-4E0AE6A7924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57" y="5135606"/>
            <a:ext cx="3337157" cy="2794605"/>
          </a:xfrm>
          <a:prstGeom prst="rect">
            <a:avLst/>
          </a:prstGeom>
        </p:spPr>
      </p:pic>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pic>
        <p:nvPicPr>
          <p:cNvPr id="4" name="Picture 3">
            <a:extLst>
              <a:ext uri="{FF2B5EF4-FFF2-40B4-BE49-F238E27FC236}">
                <a16:creationId xmlns:a16="http://schemas.microsoft.com/office/drawing/2014/main" id="{A544BE64-2A14-2707-ADF8-0377D5C75605}"/>
              </a:ext>
            </a:extLst>
          </p:cNvPr>
          <p:cNvPicPr>
            <a:picLocks noChangeAspect="1"/>
          </p:cNvPicPr>
          <p:nvPr/>
        </p:nvPicPr>
        <p:blipFill>
          <a:blip r:embed="rId7" cstate="print">
            <a:extLst>
              <a:ext uri="{28A0092B-C50C-407E-A947-70E740481C1C}">
                <a14:useLocalDpi xmlns:a14="http://schemas.microsoft.com/office/drawing/2010/main" val="0"/>
              </a:ext>
            </a:extLst>
          </a:blip>
          <a:srcRect t="4920" b="4920"/>
          <a:stretch/>
        </p:blipFill>
        <p:spPr>
          <a:xfrm flipH="1">
            <a:off x="5097373" y="2133167"/>
            <a:ext cx="2418439" cy="2907293"/>
          </a:xfrm>
          <a:prstGeom prst="rect">
            <a:avLst/>
          </a:prstGeom>
        </p:spPr>
      </p:pic>
      <p:pic>
        <p:nvPicPr>
          <p:cNvPr id="7" name="Picture 6">
            <a:extLst>
              <a:ext uri="{FF2B5EF4-FFF2-40B4-BE49-F238E27FC236}">
                <a16:creationId xmlns:a16="http://schemas.microsoft.com/office/drawing/2014/main" id="{63447E8E-F41E-B872-C85A-943CA0AFC6A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606811" y="5097176"/>
            <a:ext cx="1932695" cy="2833033"/>
          </a:xfrm>
          <a:prstGeom prst="rect">
            <a:avLst/>
          </a:prstGeom>
        </p:spPr>
      </p:pic>
      <p:pic>
        <p:nvPicPr>
          <p:cNvPr id="8" name="Picture 7">
            <a:extLst>
              <a:ext uri="{FF2B5EF4-FFF2-40B4-BE49-F238E27FC236}">
                <a16:creationId xmlns:a16="http://schemas.microsoft.com/office/drawing/2014/main" id="{91C0A49F-ECB0-1FAA-4A02-F209F1ABD2F2}"/>
              </a:ext>
            </a:extLst>
          </p:cNvPr>
          <p:cNvPicPr>
            <a:picLocks noChangeAspect="1"/>
          </p:cNvPicPr>
          <p:nvPr/>
        </p:nvPicPr>
        <p:blipFill>
          <a:blip r:embed="rId9">
            <a:extLst>
              <a:ext uri="{28A0092B-C50C-407E-A947-70E740481C1C}">
                <a14:useLocalDpi xmlns:a14="http://schemas.microsoft.com/office/drawing/2010/main" val="0"/>
              </a:ext>
            </a:extLst>
          </a:blip>
          <a:srcRect t="21578" b="21578"/>
          <a:stretch/>
        </p:blipFill>
        <p:spPr>
          <a:xfrm>
            <a:off x="3700" y="7942228"/>
            <a:ext cx="2454216" cy="2841587"/>
          </a:xfrm>
          <a:prstGeom prst="rect">
            <a:avLst/>
          </a:prstGeom>
        </p:spPr>
      </p:pic>
      <p:pic>
        <p:nvPicPr>
          <p:cNvPr id="9" name="Picture 8">
            <a:extLst>
              <a:ext uri="{FF2B5EF4-FFF2-40B4-BE49-F238E27FC236}">
                <a16:creationId xmlns:a16="http://schemas.microsoft.com/office/drawing/2014/main" id="{1B2DA9BB-A7EC-0BB2-F45C-224942C7E20C}"/>
              </a:ext>
            </a:extLst>
          </p:cNvPr>
          <p:cNvPicPr>
            <a:picLocks noChangeAspect="1"/>
          </p:cNvPicPr>
          <p:nvPr/>
        </p:nvPicPr>
        <p:blipFill>
          <a:blip r:embed="rId10">
            <a:extLst>
              <a:ext uri="{28A0092B-C50C-407E-A947-70E740481C1C}">
                <a14:useLocalDpi xmlns:a14="http://schemas.microsoft.com/office/drawing/2010/main" val="0"/>
              </a:ext>
            </a:extLst>
          </a:blip>
          <a:srcRect t="22381" b="22381"/>
          <a:stretch/>
        </p:blipFill>
        <p:spPr>
          <a:xfrm flipH="1">
            <a:off x="5023804" y="7946123"/>
            <a:ext cx="2587266" cy="2841587"/>
          </a:xfrm>
          <a:prstGeom prst="rect">
            <a:avLst/>
          </a:prstGeom>
        </p:spPr>
      </p:pic>
      <p:pic>
        <p:nvPicPr>
          <p:cNvPr id="10" name="Picture 9">
            <a:extLst>
              <a:ext uri="{FF2B5EF4-FFF2-40B4-BE49-F238E27FC236}">
                <a16:creationId xmlns:a16="http://schemas.microsoft.com/office/drawing/2014/main" id="{FBA631CC-9AEA-CA0B-E4C2-DD46968DF9D2}"/>
              </a:ext>
            </a:extLst>
          </p:cNvPr>
          <p:cNvPicPr>
            <a:picLocks noChangeAspect="1"/>
          </p:cNvPicPr>
          <p:nvPr/>
        </p:nvPicPr>
        <p:blipFill>
          <a:blip r:embed="rId11">
            <a:extLst>
              <a:ext uri="{28A0092B-C50C-407E-A947-70E740481C1C}">
                <a14:useLocalDpi xmlns:a14="http://schemas.microsoft.com/office/drawing/2010/main" val="0"/>
              </a:ext>
            </a:extLst>
          </a:blip>
          <a:srcRect t="19582" b="19582"/>
          <a:stretch/>
        </p:blipFill>
        <p:spPr>
          <a:xfrm flipH="1">
            <a:off x="2506856" y="7930209"/>
            <a:ext cx="2418441" cy="2841587"/>
          </a:xfrm>
          <a:prstGeom prst="rect">
            <a:avLst/>
          </a:prstGeom>
        </p:spPr>
      </p:pic>
      <p:sp>
        <p:nvSpPr>
          <p:cNvPr id="6" name="Rectangle 5">
            <a:extLst>
              <a:ext uri="{FF2B5EF4-FFF2-40B4-BE49-F238E27FC236}">
                <a16:creationId xmlns:a16="http://schemas.microsoft.com/office/drawing/2014/main" id="{F6F8E3E0-7321-5827-28DA-85C5B2E2F5E9}"/>
              </a:ext>
            </a:extLst>
          </p:cNvPr>
          <p:cNvSpPr/>
          <p:nvPr/>
        </p:nvSpPr>
        <p:spPr>
          <a:xfrm>
            <a:off x="0" y="10036677"/>
            <a:ext cx="7638935" cy="73511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KOORDINASI DENGAN BAG UMUM, PA WADIR, DAN BAGIAN UMUM RSJ GRAHA ATMA KOTA BANDUNG</a:t>
            </a:r>
            <a:endParaRPr lang="en-ID" dirty="0">
              <a:solidFill>
                <a:schemeClr val="bg1"/>
              </a:solidFill>
            </a:endParaRPr>
          </a:p>
        </p:txBody>
      </p:sp>
    </p:spTree>
    <p:extLst>
      <p:ext uri="{BB962C8B-B14F-4D97-AF65-F5344CB8AC3E}">
        <p14:creationId xmlns:p14="http://schemas.microsoft.com/office/powerpoint/2010/main" val="784371623"/>
      </p:ext>
    </p:extLst>
  </p:cSld>
  <p:clrMapOvr>
    <a:masterClrMapping/>
  </p:clrMapOvr>
  <mc:AlternateContent xmlns:mc="http://schemas.openxmlformats.org/markup-compatibility/2006" xmlns:p14="http://schemas.microsoft.com/office/powerpoint/2010/main">
    <mc:Choice Requires="p14">
      <p:transition spd="slow" p14:dur="900" advTm="12169">
        <p14:warp dir="in"/>
      </p:transition>
    </mc:Choice>
    <mc:Fallback xmlns="">
      <p:transition spd="slow" advTm="12169">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540000" y="-404121"/>
            <a:ext cx="83820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4241177" cy="17478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nSpc>
                <a:spcPts val="1895"/>
              </a:lnSpc>
              <a:spcBef>
                <a:spcPts val="94"/>
              </a:spcBef>
            </a:pPr>
            <a:r>
              <a:rPr lang="en-ID" sz="2000" b="1" spc="0" dirty="0">
                <a:solidFill>
                  <a:srgbClr val="F9FDFF"/>
                </a:solidFill>
                <a:latin typeface="Times New Roman"/>
                <a:cs typeface="Times New Roman"/>
              </a:rPr>
              <a:t>FOTO</a:t>
            </a:r>
            <a:r>
              <a:rPr lang="en-ID" sz="2000" b="1" spc="37" dirty="0">
                <a:solidFill>
                  <a:srgbClr val="F9FDFF"/>
                </a:solidFill>
                <a:latin typeface="Times New Roman"/>
                <a:cs typeface="Times New Roman"/>
              </a:rPr>
              <a:t> </a:t>
            </a:r>
            <a:r>
              <a:rPr lang="en-ID" sz="2000" b="1" spc="0" dirty="0">
                <a:solidFill>
                  <a:srgbClr val="F9FDFF"/>
                </a:solidFill>
                <a:latin typeface="Times New Roman"/>
                <a:cs typeface="Times New Roman"/>
              </a:rPr>
              <a:t>KEGIATAN</a:t>
            </a:r>
            <a:endParaRPr lang="en-ID" sz="2000" dirty="0">
              <a:latin typeface="Times New Roman"/>
              <a:cs typeface="Times New Roman"/>
            </a:endParaRPr>
          </a:p>
          <a:p>
            <a:pPr marL="12700">
              <a:lnSpc>
                <a:spcPct val="95825"/>
              </a:lnSpc>
              <a:spcBef>
                <a:spcPts val="320"/>
              </a:spcBef>
            </a:pPr>
            <a:r>
              <a:rPr lang="en-ID" sz="1800" dirty="0">
                <a:solidFill>
                  <a:srgbClr val="F9FDFF"/>
                </a:solidFill>
                <a:latin typeface="Times New Roman"/>
                <a:cs typeface="Times New Roman"/>
              </a:rPr>
              <a:t>Tenaga</a:t>
            </a:r>
            <a:r>
              <a:rPr lang="en-ID" sz="1800" spc="4" dirty="0">
                <a:solidFill>
                  <a:srgbClr val="F9FDFF"/>
                </a:solidFill>
                <a:latin typeface="Times New Roman"/>
                <a:cs typeface="Times New Roman"/>
              </a:rPr>
              <a:t> </a:t>
            </a:r>
            <a:r>
              <a:rPr lang="en-ID" sz="1800" spc="0" dirty="0" err="1">
                <a:solidFill>
                  <a:srgbClr val="F9FDFF"/>
                </a:solidFill>
                <a:latin typeface="Times New Roman"/>
                <a:cs typeface="Times New Roman"/>
              </a:rPr>
              <a:t>Kebersihan</a:t>
            </a:r>
            <a:r>
              <a:rPr lang="en-ID" sz="1800" spc="4" dirty="0">
                <a:solidFill>
                  <a:srgbClr val="F9FDFF"/>
                </a:solidFill>
                <a:latin typeface="Times New Roman"/>
                <a:cs typeface="Times New Roman"/>
              </a:rPr>
              <a:t> </a:t>
            </a:r>
            <a:r>
              <a:rPr lang="en-ID" sz="1800" spc="0" dirty="0">
                <a:solidFill>
                  <a:srgbClr val="F9FDFF"/>
                </a:solidFill>
                <a:latin typeface="Times New Roman"/>
                <a:cs typeface="Times New Roman"/>
              </a:rPr>
              <a:t>dan</a:t>
            </a:r>
            <a:endParaRPr lang="en-ID" sz="1800" dirty="0">
              <a:latin typeface="Times New Roman"/>
              <a:cs typeface="Times New Roman"/>
            </a:endParaRPr>
          </a:p>
          <a:p>
            <a:pPr marL="12700" marR="33953">
              <a:lnSpc>
                <a:spcPct val="95825"/>
              </a:lnSpc>
              <a:spcBef>
                <a:spcPts val="415"/>
              </a:spcBef>
            </a:pPr>
            <a:r>
              <a:rPr lang="en-ID" sz="1800" dirty="0">
                <a:solidFill>
                  <a:srgbClr val="F9FDFF"/>
                </a:solidFill>
                <a:latin typeface="Times New Roman"/>
                <a:cs typeface="Times New Roman"/>
              </a:rPr>
              <a:t>Tenaga</a:t>
            </a:r>
            <a:r>
              <a:rPr lang="en-ID" sz="1800" spc="4" dirty="0">
                <a:solidFill>
                  <a:srgbClr val="F9FDFF"/>
                </a:solidFill>
                <a:latin typeface="Times New Roman"/>
                <a:cs typeface="Times New Roman"/>
              </a:rPr>
              <a:t> </a:t>
            </a:r>
            <a:r>
              <a:rPr lang="en-ID" sz="1800" spc="0" dirty="0" err="1">
                <a:solidFill>
                  <a:srgbClr val="F9FDFF"/>
                </a:solidFill>
                <a:latin typeface="Times New Roman"/>
                <a:cs typeface="Times New Roman"/>
              </a:rPr>
              <a:t>Keamanan</a:t>
            </a:r>
            <a:endParaRPr lang="en-ID" sz="1800" dirty="0">
              <a:latin typeface="Times New Roman"/>
              <a:cs typeface="Times New Roman"/>
            </a:endParaRPr>
          </a:p>
          <a:p>
            <a:pPr marL="12700" marR="33953">
              <a:lnSpc>
                <a:spcPct val="95825"/>
              </a:lnSpc>
              <a:spcBef>
                <a:spcPts val="415"/>
              </a:spcBef>
            </a:pPr>
            <a:endParaRPr lang="en-US" sz="1550" dirty="0">
              <a:solidFill>
                <a:srgbClr val="F9FDFF"/>
              </a:solidFill>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pic>
        <p:nvPicPr>
          <p:cNvPr id="17" name="Picture 16">
            <a:extLst>
              <a:ext uri="{FF2B5EF4-FFF2-40B4-BE49-F238E27FC236}">
                <a16:creationId xmlns:a16="http://schemas.microsoft.com/office/drawing/2014/main" id="{F2506888-6CB0-4272-9B23-90772FEF11DE}"/>
              </a:ext>
            </a:extLst>
          </p:cNvPr>
          <p:cNvPicPr>
            <a:picLocks noChangeAspect="1"/>
          </p:cNvPicPr>
          <p:nvPr/>
        </p:nvPicPr>
        <p:blipFill>
          <a:blip r:embed="rId3" cstate="print">
            <a:extLst>
              <a:ext uri="{28A0092B-C50C-407E-A947-70E740481C1C}">
                <a14:useLocalDpi xmlns:a14="http://schemas.microsoft.com/office/drawing/2010/main" val="0"/>
              </a:ext>
            </a:extLst>
          </a:blip>
          <a:srcRect l="4803" r="4803"/>
          <a:stretch/>
        </p:blipFill>
        <p:spPr>
          <a:xfrm flipH="1">
            <a:off x="3169880" y="2083082"/>
            <a:ext cx="2067036" cy="2949256"/>
          </a:xfrm>
          <a:prstGeom prst="rect">
            <a:avLst/>
          </a:prstGeom>
        </p:spPr>
      </p:pic>
      <p:pic>
        <p:nvPicPr>
          <p:cNvPr id="19" name="Picture 18">
            <a:extLst>
              <a:ext uri="{FF2B5EF4-FFF2-40B4-BE49-F238E27FC236}">
                <a16:creationId xmlns:a16="http://schemas.microsoft.com/office/drawing/2014/main" id="{4310283C-7C72-4A34-82C4-67ED8BFACB4F}"/>
              </a:ext>
            </a:extLst>
          </p:cNvPr>
          <p:cNvPicPr>
            <a:picLocks noChangeAspect="1"/>
          </p:cNvPicPr>
          <p:nvPr/>
        </p:nvPicPr>
        <p:blipFill>
          <a:blip r:embed="rId4" cstate="print">
            <a:extLst>
              <a:ext uri="{28A0092B-C50C-407E-A947-70E740481C1C}">
                <a14:useLocalDpi xmlns:a14="http://schemas.microsoft.com/office/drawing/2010/main" val="0"/>
              </a:ext>
            </a:extLst>
          </a:blip>
          <a:srcRect l="9923" r="9923"/>
          <a:stretch/>
        </p:blipFill>
        <p:spPr>
          <a:xfrm>
            <a:off x="47125" y="2123212"/>
            <a:ext cx="3051675" cy="2909126"/>
          </a:xfrm>
          <a:prstGeom prst="rect">
            <a:avLst/>
          </a:prstGeom>
        </p:spPr>
      </p:pic>
      <p:pic>
        <p:nvPicPr>
          <p:cNvPr id="21" name="Picture 20">
            <a:extLst>
              <a:ext uri="{FF2B5EF4-FFF2-40B4-BE49-F238E27FC236}">
                <a16:creationId xmlns:a16="http://schemas.microsoft.com/office/drawing/2014/main" id="{52714DE3-E1A8-4541-A7E1-17D8E9F3E74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3825323" y="5055068"/>
            <a:ext cx="1899286" cy="2875254"/>
          </a:xfrm>
          <a:prstGeom prst="rect">
            <a:avLst/>
          </a:prstGeom>
        </p:spPr>
      </p:pic>
      <p:pic>
        <p:nvPicPr>
          <p:cNvPr id="23" name="Picture 22">
            <a:extLst>
              <a:ext uri="{FF2B5EF4-FFF2-40B4-BE49-F238E27FC236}">
                <a16:creationId xmlns:a16="http://schemas.microsoft.com/office/drawing/2014/main" id="{91FB5F65-9B58-4E3B-AE54-4E0AE6A7924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6431" y="5057777"/>
            <a:ext cx="1794234" cy="2825784"/>
          </a:xfrm>
          <a:prstGeom prst="rect">
            <a:avLst/>
          </a:prstGeom>
        </p:spPr>
      </p:pic>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pic>
        <p:nvPicPr>
          <p:cNvPr id="4" name="Picture 3">
            <a:extLst>
              <a:ext uri="{FF2B5EF4-FFF2-40B4-BE49-F238E27FC236}">
                <a16:creationId xmlns:a16="http://schemas.microsoft.com/office/drawing/2014/main" id="{A544BE64-2A14-2707-ADF8-0377D5C75605}"/>
              </a:ext>
            </a:extLst>
          </p:cNvPr>
          <p:cNvPicPr>
            <a:picLocks noChangeAspect="1"/>
          </p:cNvPicPr>
          <p:nvPr/>
        </p:nvPicPr>
        <p:blipFill>
          <a:blip r:embed="rId7" cstate="print">
            <a:extLst>
              <a:ext uri="{28A0092B-C50C-407E-A947-70E740481C1C}">
                <a14:useLocalDpi xmlns:a14="http://schemas.microsoft.com/office/drawing/2010/main" val="0"/>
              </a:ext>
            </a:extLst>
          </a:blip>
          <a:srcRect l="1223" r="1223"/>
          <a:stretch/>
        </p:blipFill>
        <p:spPr>
          <a:xfrm flipH="1">
            <a:off x="5291323" y="2083082"/>
            <a:ext cx="2230752" cy="2934910"/>
          </a:xfrm>
          <a:prstGeom prst="rect">
            <a:avLst/>
          </a:prstGeom>
        </p:spPr>
      </p:pic>
      <p:pic>
        <p:nvPicPr>
          <p:cNvPr id="6" name="Picture 5">
            <a:extLst>
              <a:ext uri="{FF2B5EF4-FFF2-40B4-BE49-F238E27FC236}">
                <a16:creationId xmlns:a16="http://schemas.microsoft.com/office/drawing/2014/main" id="{E7841368-FF4C-3BEF-E462-7C7820C008F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1783963" y="5057777"/>
            <a:ext cx="2000637" cy="2841586"/>
          </a:xfrm>
          <a:prstGeom prst="rect">
            <a:avLst/>
          </a:prstGeom>
        </p:spPr>
      </p:pic>
      <p:pic>
        <p:nvPicPr>
          <p:cNvPr id="7" name="Picture 6">
            <a:extLst>
              <a:ext uri="{FF2B5EF4-FFF2-40B4-BE49-F238E27FC236}">
                <a16:creationId xmlns:a16="http://schemas.microsoft.com/office/drawing/2014/main" id="{63447E8E-F41E-B872-C85A-943CA0AFC6AD}"/>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765333" y="5055068"/>
            <a:ext cx="1756742" cy="2875253"/>
          </a:xfrm>
          <a:prstGeom prst="rect">
            <a:avLst/>
          </a:prstGeom>
        </p:spPr>
      </p:pic>
      <p:pic>
        <p:nvPicPr>
          <p:cNvPr id="8" name="Picture 7">
            <a:extLst>
              <a:ext uri="{FF2B5EF4-FFF2-40B4-BE49-F238E27FC236}">
                <a16:creationId xmlns:a16="http://schemas.microsoft.com/office/drawing/2014/main" id="{91C0A49F-ECB0-1FAA-4A02-F209F1ABD2F2}"/>
              </a:ext>
            </a:extLst>
          </p:cNvPr>
          <p:cNvPicPr>
            <a:picLocks noChangeAspect="1"/>
          </p:cNvPicPr>
          <p:nvPr/>
        </p:nvPicPr>
        <p:blipFill>
          <a:blip r:embed="rId10" cstate="print">
            <a:extLst>
              <a:ext uri="{28A0092B-C50C-407E-A947-70E740481C1C}">
                <a14:useLocalDpi xmlns:a14="http://schemas.microsoft.com/office/drawing/2010/main" val="0"/>
              </a:ext>
            </a:extLst>
          </a:blip>
          <a:srcRect t="5029" b="5029"/>
          <a:stretch/>
        </p:blipFill>
        <p:spPr>
          <a:xfrm>
            <a:off x="-34925" y="7946124"/>
            <a:ext cx="2369504" cy="2841587"/>
          </a:xfrm>
          <a:prstGeom prst="rect">
            <a:avLst/>
          </a:prstGeom>
        </p:spPr>
      </p:pic>
      <p:pic>
        <p:nvPicPr>
          <p:cNvPr id="12" name="Picture 11">
            <a:extLst>
              <a:ext uri="{FF2B5EF4-FFF2-40B4-BE49-F238E27FC236}">
                <a16:creationId xmlns:a16="http://schemas.microsoft.com/office/drawing/2014/main" id="{2DC10E99-F8B7-0225-8DDC-9F3EBEC6E46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434380" y="7943639"/>
            <a:ext cx="2369504" cy="2738702"/>
          </a:xfrm>
          <a:prstGeom prst="rect">
            <a:avLst/>
          </a:prstGeom>
        </p:spPr>
      </p:pic>
      <p:pic>
        <p:nvPicPr>
          <p:cNvPr id="13" name="Picture 12">
            <a:extLst>
              <a:ext uri="{FF2B5EF4-FFF2-40B4-BE49-F238E27FC236}">
                <a16:creationId xmlns:a16="http://schemas.microsoft.com/office/drawing/2014/main" id="{3B228673-34A2-6864-86AF-4CEBCB8A5C57}"/>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p:blipFill>
        <p:spPr>
          <a:xfrm>
            <a:off x="4887343" y="8018320"/>
            <a:ext cx="2634732" cy="2664021"/>
          </a:xfrm>
          <a:prstGeom prst="rect">
            <a:avLst/>
          </a:prstGeom>
        </p:spPr>
      </p:pic>
      <p:sp>
        <p:nvSpPr>
          <p:cNvPr id="14" name="Rectangle 13">
            <a:extLst>
              <a:ext uri="{FF2B5EF4-FFF2-40B4-BE49-F238E27FC236}">
                <a16:creationId xmlns:a16="http://schemas.microsoft.com/office/drawing/2014/main" id="{71770194-6B64-3227-9FED-51AC73E19F8E}"/>
              </a:ext>
            </a:extLst>
          </p:cNvPr>
          <p:cNvSpPr/>
          <p:nvPr/>
        </p:nvSpPr>
        <p:spPr>
          <a:xfrm>
            <a:off x="-27866" y="10125856"/>
            <a:ext cx="7549941" cy="55648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PENGONTROLAN RUTIN OLEH KORDINATOR WILAYAH PT. IMPALA AKBARINDO</a:t>
            </a:r>
            <a:endParaRPr lang="en-ID" dirty="0">
              <a:solidFill>
                <a:schemeClr val="bg1"/>
              </a:solidFill>
            </a:endParaRPr>
          </a:p>
        </p:txBody>
      </p:sp>
    </p:spTree>
    <p:extLst>
      <p:ext uri="{BB962C8B-B14F-4D97-AF65-F5344CB8AC3E}">
        <p14:creationId xmlns:p14="http://schemas.microsoft.com/office/powerpoint/2010/main" val="422966676"/>
      </p:ext>
    </p:extLst>
  </p:cSld>
  <p:clrMapOvr>
    <a:masterClrMapping/>
  </p:clrMapOvr>
  <mc:AlternateContent xmlns:mc="http://schemas.openxmlformats.org/markup-compatibility/2006" xmlns:p14="http://schemas.microsoft.com/office/powerpoint/2010/main">
    <mc:Choice Requires="p14">
      <p:transition spd="slow" p14:dur="2000" advTm="12169">
        <p14:prism isContent="1"/>
      </p:transition>
    </mc:Choice>
    <mc:Fallback xmlns="">
      <p:transition spd="slow" advTm="12169">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F6CA457C-8D00-4939-8AE0-70647CAB3FEB}"/>
              </a:ext>
            </a:extLst>
          </p:cNvPr>
          <p:cNvSpPr/>
          <p:nvPr/>
        </p:nvSpPr>
        <p:spPr>
          <a:xfrm>
            <a:off x="-2540000" y="-319568"/>
            <a:ext cx="8382000" cy="2396019"/>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C7E5C842-F5D4-4825-B467-958FE2E9B086}"/>
              </a:ext>
            </a:extLst>
          </p:cNvPr>
          <p:cNvSpPr/>
          <p:nvPr/>
        </p:nvSpPr>
        <p:spPr>
          <a:xfrm>
            <a:off x="6070600" y="95250"/>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F87C1EA2-AC2E-4514-BB71-321D1814A04E}"/>
              </a:ext>
            </a:extLst>
          </p:cNvPr>
          <p:cNvSpPr txBox="1"/>
          <p:nvPr/>
        </p:nvSpPr>
        <p:spPr>
          <a:xfrm>
            <a:off x="76823" y="23759"/>
            <a:ext cx="3707778" cy="1824091"/>
          </a:xfrm>
          <a:prstGeom prst="rect">
            <a:avLst/>
          </a:prstGeom>
        </p:spPr>
        <p:txBody>
          <a:bodyPr wrap="square" lIns="0" tIns="0" rIns="0" bIns="0" rtlCol="0">
            <a:noAutofit/>
          </a:bodyPr>
          <a:lstStyle/>
          <a:p>
            <a:pPr marL="12700" marR="33953" algn="ctr">
              <a:lnSpc>
                <a:spcPts val="1895"/>
              </a:lnSpc>
              <a:spcBef>
                <a:spcPts val="94"/>
              </a:spcBef>
            </a:pPr>
            <a:endParaRPr lang="en-US" b="1" dirty="0">
              <a:solidFill>
                <a:srgbClr val="F9FDFF"/>
              </a:solidFill>
              <a:latin typeface="Times New Roman"/>
              <a:cs typeface="Times New Roman"/>
            </a:endParaRPr>
          </a:p>
          <a:p>
            <a:pPr marL="12700" marR="33953">
              <a:lnSpc>
                <a:spcPts val="1895"/>
              </a:lnSpc>
              <a:spcBef>
                <a:spcPts val="94"/>
              </a:spcBef>
            </a:pPr>
            <a:r>
              <a:rPr lang="en-ID" sz="2000" b="1" spc="0" dirty="0">
                <a:solidFill>
                  <a:srgbClr val="F9FDFF"/>
                </a:solidFill>
                <a:latin typeface="Times New Roman"/>
                <a:cs typeface="Times New Roman"/>
              </a:rPr>
              <a:t>FOTO</a:t>
            </a:r>
            <a:r>
              <a:rPr lang="en-ID" sz="2000" b="1" spc="37" dirty="0">
                <a:solidFill>
                  <a:srgbClr val="F9FDFF"/>
                </a:solidFill>
                <a:latin typeface="Times New Roman"/>
                <a:cs typeface="Times New Roman"/>
              </a:rPr>
              <a:t> </a:t>
            </a:r>
            <a:r>
              <a:rPr lang="en-ID" sz="2000" b="1" spc="0" dirty="0">
                <a:solidFill>
                  <a:srgbClr val="F9FDFF"/>
                </a:solidFill>
                <a:latin typeface="Times New Roman"/>
                <a:cs typeface="Times New Roman"/>
              </a:rPr>
              <a:t>KEGIATAN</a:t>
            </a:r>
            <a:endParaRPr lang="en-ID" sz="2000" dirty="0">
              <a:latin typeface="Times New Roman"/>
              <a:cs typeface="Times New Roman"/>
            </a:endParaRPr>
          </a:p>
          <a:p>
            <a:pPr marL="12700">
              <a:lnSpc>
                <a:spcPct val="95825"/>
              </a:lnSpc>
              <a:spcBef>
                <a:spcPts val="320"/>
              </a:spcBef>
            </a:pPr>
            <a:r>
              <a:rPr lang="en-ID" sz="1800" dirty="0">
                <a:solidFill>
                  <a:srgbClr val="F9FDFF"/>
                </a:solidFill>
                <a:latin typeface="Times New Roman"/>
                <a:cs typeface="Times New Roman"/>
              </a:rPr>
              <a:t>Tenaga</a:t>
            </a:r>
            <a:r>
              <a:rPr lang="en-ID" sz="1800" spc="4" dirty="0">
                <a:solidFill>
                  <a:srgbClr val="F9FDFF"/>
                </a:solidFill>
                <a:latin typeface="Times New Roman"/>
                <a:cs typeface="Times New Roman"/>
              </a:rPr>
              <a:t> </a:t>
            </a:r>
            <a:r>
              <a:rPr lang="en-ID" sz="1800" spc="0" dirty="0" err="1">
                <a:solidFill>
                  <a:srgbClr val="F9FDFF"/>
                </a:solidFill>
                <a:latin typeface="Times New Roman"/>
                <a:cs typeface="Times New Roman"/>
              </a:rPr>
              <a:t>Kebersihan</a:t>
            </a:r>
            <a:r>
              <a:rPr lang="en-ID" sz="1800" spc="4" dirty="0">
                <a:solidFill>
                  <a:srgbClr val="F9FDFF"/>
                </a:solidFill>
                <a:latin typeface="Times New Roman"/>
                <a:cs typeface="Times New Roman"/>
              </a:rPr>
              <a:t> </a:t>
            </a:r>
            <a:r>
              <a:rPr lang="en-ID" sz="1800" spc="0" dirty="0">
                <a:solidFill>
                  <a:srgbClr val="F9FDFF"/>
                </a:solidFill>
                <a:latin typeface="Times New Roman"/>
                <a:cs typeface="Times New Roman"/>
              </a:rPr>
              <a:t>dan</a:t>
            </a:r>
            <a:endParaRPr lang="en-ID" sz="1800" dirty="0">
              <a:latin typeface="Times New Roman"/>
              <a:cs typeface="Times New Roman"/>
            </a:endParaRPr>
          </a:p>
          <a:p>
            <a:pPr marL="12700" marR="33953">
              <a:lnSpc>
                <a:spcPct val="95825"/>
              </a:lnSpc>
              <a:spcBef>
                <a:spcPts val="415"/>
              </a:spcBef>
            </a:pPr>
            <a:r>
              <a:rPr lang="en-ID" sz="1800" dirty="0">
                <a:solidFill>
                  <a:srgbClr val="F9FDFF"/>
                </a:solidFill>
                <a:latin typeface="Times New Roman"/>
                <a:cs typeface="Times New Roman"/>
              </a:rPr>
              <a:t>Tenaga</a:t>
            </a:r>
            <a:r>
              <a:rPr lang="en-ID" sz="1800" spc="4" dirty="0">
                <a:solidFill>
                  <a:srgbClr val="F9FDFF"/>
                </a:solidFill>
                <a:latin typeface="Times New Roman"/>
                <a:cs typeface="Times New Roman"/>
              </a:rPr>
              <a:t> </a:t>
            </a:r>
            <a:r>
              <a:rPr lang="en-ID" sz="1800" spc="0" dirty="0" err="1">
                <a:solidFill>
                  <a:srgbClr val="F9FDFF"/>
                </a:solidFill>
                <a:latin typeface="Times New Roman"/>
                <a:cs typeface="Times New Roman"/>
              </a:rPr>
              <a:t>Keamanan</a:t>
            </a:r>
            <a:endParaRPr lang="en-ID" sz="1800" dirty="0">
              <a:latin typeface="Times New Roman"/>
              <a:cs typeface="Times New Roman"/>
            </a:endParaRPr>
          </a:p>
          <a:p>
            <a:pPr marL="12700" marR="33953">
              <a:lnSpc>
                <a:spcPct val="95825"/>
              </a:lnSpc>
              <a:spcBef>
                <a:spcPts val="415"/>
              </a:spcBef>
            </a:pPr>
            <a:endParaRPr sz="1550" dirty="0">
              <a:latin typeface="Times New Roman"/>
              <a:cs typeface="Times New Roman"/>
            </a:endParaRPr>
          </a:p>
        </p:txBody>
      </p:sp>
      <p:pic>
        <p:nvPicPr>
          <p:cNvPr id="17" name="Picture 16">
            <a:extLst>
              <a:ext uri="{FF2B5EF4-FFF2-40B4-BE49-F238E27FC236}">
                <a16:creationId xmlns:a16="http://schemas.microsoft.com/office/drawing/2014/main" id="{F2506888-6CB0-4272-9B23-90772FEF11DE}"/>
              </a:ext>
            </a:extLst>
          </p:cNvPr>
          <p:cNvPicPr>
            <a:picLocks noChangeAspect="1"/>
          </p:cNvPicPr>
          <p:nvPr/>
        </p:nvPicPr>
        <p:blipFill>
          <a:blip r:embed="rId3" cstate="print">
            <a:extLst>
              <a:ext uri="{28A0092B-C50C-407E-A947-70E740481C1C}">
                <a14:useLocalDpi xmlns:a14="http://schemas.microsoft.com/office/drawing/2010/main" val="0"/>
              </a:ext>
            </a:extLst>
          </a:blip>
          <a:srcRect l="22777" r="22777"/>
          <a:stretch/>
        </p:blipFill>
        <p:spPr>
          <a:xfrm flipH="1">
            <a:off x="3180708" y="2101888"/>
            <a:ext cx="2041350" cy="2938573"/>
          </a:xfrm>
          <a:prstGeom prst="rect">
            <a:avLst/>
          </a:prstGeom>
        </p:spPr>
      </p:pic>
      <p:pic>
        <p:nvPicPr>
          <p:cNvPr id="19" name="Picture 18">
            <a:extLst>
              <a:ext uri="{FF2B5EF4-FFF2-40B4-BE49-F238E27FC236}">
                <a16:creationId xmlns:a16="http://schemas.microsoft.com/office/drawing/2014/main" id="{4310283C-7C72-4A34-82C4-67ED8BFACB4F}"/>
              </a:ext>
            </a:extLst>
          </p:cNvPr>
          <p:cNvPicPr>
            <a:picLocks noChangeAspect="1"/>
          </p:cNvPicPr>
          <p:nvPr/>
        </p:nvPicPr>
        <p:blipFill>
          <a:blip r:embed="rId4" cstate="print">
            <a:extLst>
              <a:ext uri="{28A0092B-C50C-407E-A947-70E740481C1C}">
                <a14:useLocalDpi xmlns:a14="http://schemas.microsoft.com/office/drawing/2010/main" val="0"/>
              </a:ext>
            </a:extLst>
          </a:blip>
          <a:srcRect l="9786" r="9786"/>
          <a:stretch/>
        </p:blipFill>
        <p:spPr>
          <a:xfrm>
            <a:off x="-10205" y="2133168"/>
            <a:ext cx="3109005" cy="2899170"/>
          </a:xfrm>
          <a:prstGeom prst="rect">
            <a:avLst/>
          </a:prstGeom>
        </p:spPr>
      </p:pic>
      <p:pic>
        <p:nvPicPr>
          <p:cNvPr id="21" name="Picture 20">
            <a:extLst>
              <a:ext uri="{FF2B5EF4-FFF2-40B4-BE49-F238E27FC236}">
                <a16:creationId xmlns:a16="http://schemas.microsoft.com/office/drawing/2014/main" id="{52714DE3-E1A8-4541-A7E1-17D8E9F3E74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3609065" y="5064007"/>
            <a:ext cx="1985224" cy="2838060"/>
          </a:xfrm>
          <a:prstGeom prst="rect">
            <a:avLst/>
          </a:prstGeom>
        </p:spPr>
      </p:pic>
      <p:pic>
        <p:nvPicPr>
          <p:cNvPr id="23" name="Picture 22">
            <a:extLst>
              <a:ext uri="{FF2B5EF4-FFF2-40B4-BE49-F238E27FC236}">
                <a16:creationId xmlns:a16="http://schemas.microsoft.com/office/drawing/2014/main" id="{91FB5F65-9B58-4E3B-AE54-4E0AE6A7924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4908" y="5060480"/>
            <a:ext cx="3633973" cy="2841587"/>
          </a:xfrm>
          <a:prstGeom prst="rect">
            <a:avLst/>
          </a:prstGeom>
        </p:spPr>
      </p:pic>
      <p:sp>
        <p:nvSpPr>
          <p:cNvPr id="27" name="TextBox 26">
            <a:extLst>
              <a:ext uri="{FF2B5EF4-FFF2-40B4-BE49-F238E27FC236}">
                <a16:creationId xmlns:a16="http://schemas.microsoft.com/office/drawing/2014/main" id="{1437489C-6FD8-4EDE-B511-1C73C0743FC6}"/>
              </a:ext>
            </a:extLst>
          </p:cNvPr>
          <p:cNvSpPr txBox="1"/>
          <p:nvPr/>
        </p:nvSpPr>
        <p:spPr>
          <a:xfrm>
            <a:off x="5097373" y="4690071"/>
            <a:ext cx="2013273" cy="276999"/>
          </a:xfrm>
          <a:prstGeom prst="rect">
            <a:avLst/>
          </a:prstGeom>
          <a:noFill/>
        </p:spPr>
        <p:txBody>
          <a:bodyPr wrap="square" rtlCol="0">
            <a:spAutoFit/>
          </a:bodyPr>
          <a:lstStyle/>
          <a:p>
            <a:r>
              <a:rPr lang="en-US" sz="1200" dirty="0">
                <a:solidFill>
                  <a:srgbClr val="E7E7E7"/>
                </a:solidFill>
              </a:rPr>
              <a:t>RSUD BANDUNG KIWARI</a:t>
            </a:r>
          </a:p>
        </p:txBody>
      </p:sp>
      <p:sp>
        <p:nvSpPr>
          <p:cNvPr id="38" name="TextBox 37">
            <a:extLst>
              <a:ext uri="{FF2B5EF4-FFF2-40B4-BE49-F238E27FC236}">
                <a16:creationId xmlns:a16="http://schemas.microsoft.com/office/drawing/2014/main" id="{AF55FC77-1ABF-4B8F-A9AC-23CC19D35092}"/>
              </a:ext>
            </a:extLst>
          </p:cNvPr>
          <p:cNvSpPr txBox="1"/>
          <p:nvPr/>
        </p:nvSpPr>
        <p:spPr>
          <a:xfrm>
            <a:off x="247426" y="9918261"/>
            <a:ext cx="2186953" cy="373591"/>
          </a:xfrm>
          <a:prstGeom prst="rect">
            <a:avLst/>
          </a:prstGeom>
          <a:noFill/>
        </p:spPr>
        <p:txBody>
          <a:bodyPr wrap="square" rtlCol="0">
            <a:spAutoFit/>
          </a:bodyPr>
          <a:lstStyle/>
          <a:p>
            <a:r>
              <a:rPr lang="en-US" dirty="0">
                <a:solidFill>
                  <a:srgbClr val="E7E7E7"/>
                </a:solidFill>
              </a:rPr>
              <a:t>DPKP3</a:t>
            </a:r>
          </a:p>
        </p:txBody>
      </p:sp>
      <p:sp>
        <p:nvSpPr>
          <p:cNvPr id="42" name="TextBox 41">
            <a:extLst>
              <a:ext uri="{FF2B5EF4-FFF2-40B4-BE49-F238E27FC236}">
                <a16:creationId xmlns:a16="http://schemas.microsoft.com/office/drawing/2014/main" id="{7E3CFD17-84E8-41A9-A59B-433683DA7691}"/>
              </a:ext>
            </a:extLst>
          </p:cNvPr>
          <p:cNvSpPr txBox="1"/>
          <p:nvPr/>
        </p:nvSpPr>
        <p:spPr>
          <a:xfrm>
            <a:off x="5072744" y="9898011"/>
            <a:ext cx="2186953" cy="373591"/>
          </a:xfrm>
          <a:prstGeom prst="rect">
            <a:avLst/>
          </a:prstGeom>
          <a:noFill/>
        </p:spPr>
        <p:txBody>
          <a:bodyPr wrap="square" rtlCol="0">
            <a:spAutoFit/>
          </a:bodyPr>
          <a:lstStyle/>
          <a:p>
            <a:r>
              <a:rPr lang="en-US" dirty="0">
                <a:solidFill>
                  <a:srgbClr val="E7E7E7"/>
                </a:solidFill>
              </a:rPr>
              <a:t>DPKP3</a:t>
            </a:r>
          </a:p>
        </p:txBody>
      </p:sp>
      <p:pic>
        <p:nvPicPr>
          <p:cNvPr id="4" name="Picture 3">
            <a:extLst>
              <a:ext uri="{FF2B5EF4-FFF2-40B4-BE49-F238E27FC236}">
                <a16:creationId xmlns:a16="http://schemas.microsoft.com/office/drawing/2014/main" id="{A544BE64-2A14-2707-ADF8-0377D5C75605}"/>
              </a:ext>
            </a:extLst>
          </p:cNvPr>
          <p:cNvPicPr>
            <a:picLocks noChangeAspect="1"/>
          </p:cNvPicPr>
          <p:nvPr/>
        </p:nvPicPr>
        <p:blipFill>
          <a:blip r:embed="rId7" cstate="print">
            <a:extLst>
              <a:ext uri="{28A0092B-C50C-407E-A947-70E740481C1C}">
                <a14:useLocalDpi xmlns:a14="http://schemas.microsoft.com/office/drawing/2010/main" val="0"/>
              </a:ext>
            </a:extLst>
          </a:blip>
          <a:srcRect l="21811" r="21811"/>
          <a:stretch/>
        </p:blipFill>
        <p:spPr>
          <a:xfrm flipH="1">
            <a:off x="5238439" y="2092812"/>
            <a:ext cx="2274194" cy="2938572"/>
          </a:xfrm>
          <a:prstGeom prst="rect">
            <a:avLst/>
          </a:prstGeom>
        </p:spPr>
      </p:pic>
      <p:pic>
        <p:nvPicPr>
          <p:cNvPr id="7" name="Picture 6">
            <a:extLst>
              <a:ext uri="{FF2B5EF4-FFF2-40B4-BE49-F238E27FC236}">
                <a16:creationId xmlns:a16="http://schemas.microsoft.com/office/drawing/2014/main" id="{63447E8E-F41E-B872-C85A-943CA0AFC6A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637258" y="5064007"/>
            <a:ext cx="1899286" cy="2838060"/>
          </a:xfrm>
          <a:prstGeom prst="rect">
            <a:avLst/>
          </a:prstGeom>
        </p:spPr>
      </p:pic>
      <p:pic>
        <p:nvPicPr>
          <p:cNvPr id="8" name="Picture 7">
            <a:extLst>
              <a:ext uri="{FF2B5EF4-FFF2-40B4-BE49-F238E27FC236}">
                <a16:creationId xmlns:a16="http://schemas.microsoft.com/office/drawing/2014/main" id="{91C0A49F-ECB0-1FAA-4A02-F209F1ABD2F2}"/>
              </a:ext>
            </a:extLst>
          </p:cNvPr>
          <p:cNvPicPr>
            <a:picLocks noChangeAspect="1"/>
          </p:cNvPicPr>
          <p:nvPr/>
        </p:nvPicPr>
        <p:blipFill>
          <a:blip r:embed="rId9" cstate="print">
            <a:extLst>
              <a:ext uri="{28A0092B-C50C-407E-A947-70E740481C1C}">
                <a14:useLocalDpi xmlns:a14="http://schemas.microsoft.com/office/drawing/2010/main" val="0"/>
              </a:ext>
            </a:extLst>
          </a:blip>
          <a:srcRect l="18730" r="18730"/>
          <a:stretch/>
        </p:blipFill>
        <p:spPr>
          <a:xfrm>
            <a:off x="-34925" y="7946124"/>
            <a:ext cx="2414842" cy="2841587"/>
          </a:xfrm>
          <a:prstGeom prst="rect">
            <a:avLst/>
          </a:prstGeom>
        </p:spPr>
      </p:pic>
      <p:pic>
        <p:nvPicPr>
          <p:cNvPr id="9" name="Picture 8">
            <a:extLst>
              <a:ext uri="{FF2B5EF4-FFF2-40B4-BE49-F238E27FC236}">
                <a16:creationId xmlns:a16="http://schemas.microsoft.com/office/drawing/2014/main" id="{1B2DA9BB-A7EC-0BB2-F45C-224942C7E20C}"/>
              </a:ext>
            </a:extLst>
          </p:cNvPr>
          <p:cNvPicPr>
            <a:picLocks noChangeAspect="1"/>
          </p:cNvPicPr>
          <p:nvPr/>
        </p:nvPicPr>
        <p:blipFill>
          <a:blip r:embed="rId10" cstate="print">
            <a:extLst>
              <a:ext uri="{28A0092B-C50C-407E-A947-70E740481C1C}">
                <a14:useLocalDpi xmlns:a14="http://schemas.microsoft.com/office/drawing/2010/main" val="0"/>
              </a:ext>
            </a:extLst>
          </a:blip>
          <a:srcRect l="18540" r="18540"/>
          <a:stretch/>
        </p:blipFill>
        <p:spPr>
          <a:xfrm>
            <a:off x="2434379" y="7930210"/>
            <a:ext cx="2383938" cy="2876552"/>
          </a:xfrm>
          <a:prstGeom prst="rect">
            <a:avLst/>
          </a:prstGeom>
        </p:spPr>
      </p:pic>
      <p:pic>
        <p:nvPicPr>
          <p:cNvPr id="10" name="Picture 9">
            <a:extLst>
              <a:ext uri="{FF2B5EF4-FFF2-40B4-BE49-F238E27FC236}">
                <a16:creationId xmlns:a16="http://schemas.microsoft.com/office/drawing/2014/main" id="{FBA631CC-9AEA-CA0B-E4C2-DD46968DF9D2}"/>
              </a:ext>
            </a:extLst>
          </p:cNvPr>
          <p:cNvPicPr>
            <a:picLocks noChangeAspect="1"/>
          </p:cNvPicPr>
          <p:nvPr/>
        </p:nvPicPr>
        <p:blipFill>
          <a:blip r:embed="rId11" cstate="print">
            <a:extLst>
              <a:ext uri="{28A0092B-C50C-407E-A947-70E740481C1C}">
                <a14:useLocalDpi xmlns:a14="http://schemas.microsoft.com/office/drawing/2010/main" val="0"/>
              </a:ext>
            </a:extLst>
          </a:blip>
          <a:srcRect l="15357" r="15357"/>
          <a:stretch/>
        </p:blipFill>
        <p:spPr>
          <a:xfrm flipH="1">
            <a:off x="4887564" y="7954626"/>
            <a:ext cx="2625069" cy="2841587"/>
          </a:xfrm>
          <a:prstGeom prst="rect">
            <a:avLst/>
          </a:prstGeom>
        </p:spPr>
      </p:pic>
      <p:sp>
        <p:nvSpPr>
          <p:cNvPr id="6" name="Rectangle 5">
            <a:extLst>
              <a:ext uri="{FF2B5EF4-FFF2-40B4-BE49-F238E27FC236}">
                <a16:creationId xmlns:a16="http://schemas.microsoft.com/office/drawing/2014/main" id="{D455D65A-E924-1C71-8828-C6281FAF8BDE}"/>
              </a:ext>
            </a:extLst>
          </p:cNvPr>
          <p:cNvSpPr/>
          <p:nvPr/>
        </p:nvSpPr>
        <p:spPr>
          <a:xfrm>
            <a:off x="4085" y="10034235"/>
            <a:ext cx="7565115" cy="761978"/>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PEMBINAAN FISIK DAN MENTAL BERSAMA PA WADIR DAN JUGA PELATIHAN PENYEMPROTAN HIDRAN DI AREA RS. JIWA PROVINSI JAWA BARAT</a:t>
            </a:r>
            <a:endParaRPr lang="en-ID" dirty="0">
              <a:solidFill>
                <a:schemeClr val="bg1"/>
              </a:solidFill>
            </a:endParaRPr>
          </a:p>
        </p:txBody>
      </p:sp>
    </p:spTree>
    <p:extLst>
      <p:ext uri="{BB962C8B-B14F-4D97-AF65-F5344CB8AC3E}">
        <p14:creationId xmlns:p14="http://schemas.microsoft.com/office/powerpoint/2010/main" val="1544450348"/>
      </p:ext>
    </p:extLst>
  </p:cSld>
  <p:clrMapOvr>
    <a:masterClrMapping/>
  </p:clrMapOvr>
  <mc:AlternateContent xmlns:mc="http://schemas.openxmlformats.org/markup-compatibility/2006" xmlns:p14="http://schemas.microsoft.com/office/powerpoint/2010/main">
    <mc:Choice Requires="p14">
      <p:transition spd="slow" p14:dur="2500" advTm="12169">
        <p:checker/>
      </p:transition>
    </mc:Choice>
    <mc:Fallback xmlns="">
      <p:transition spd="slow" advTm="12169">
        <p:checker/>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A7EB227-30F7-461B-8C3B-D1763DFBE7C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4802184" y="7012547"/>
            <a:ext cx="2754317" cy="3183172"/>
          </a:xfrm>
          <a:prstGeom prst="rect">
            <a:avLst/>
          </a:prstGeom>
        </p:spPr>
      </p:pic>
      <p:sp>
        <p:nvSpPr>
          <p:cNvPr id="2" name="object 4">
            <a:extLst>
              <a:ext uri="{FF2B5EF4-FFF2-40B4-BE49-F238E27FC236}">
                <a16:creationId xmlns:a16="http://schemas.microsoft.com/office/drawing/2014/main" id="{8C550A6E-5EBC-486F-AC11-6ABCA6998E98}"/>
              </a:ext>
            </a:extLst>
          </p:cNvPr>
          <p:cNvSpPr/>
          <p:nvPr/>
        </p:nvSpPr>
        <p:spPr>
          <a:xfrm>
            <a:off x="-2540000" y="-370561"/>
            <a:ext cx="8382000" cy="2452610"/>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3" name="object 9">
            <a:extLst>
              <a:ext uri="{FF2B5EF4-FFF2-40B4-BE49-F238E27FC236}">
                <a16:creationId xmlns:a16="http://schemas.microsoft.com/office/drawing/2014/main" id="{FB722BE8-F2E5-490F-98B4-3AFB018BAF4B}"/>
              </a:ext>
            </a:extLst>
          </p:cNvPr>
          <p:cNvSpPr/>
          <p:nvPr/>
        </p:nvSpPr>
        <p:spPr>
          <a:xfrm>
            <a:off x="6070600" y="95250"/>
            <a:ext cx="1029562" cy="1334618"/>
          </a:xfrm>
          <a:prstGeom prst="rect">
            <a:avLst/>
          </a:prstGeom>
          <a:blipFill>
            <a:blip r:embed="rId3" cstate="print"/>
            <a:stretch>
              <a:fillRect/>
            </a:stretch>
          </a:blipFill>
        </p:spPr>
        <p:txBody>
          <a:bodyPr wrap="square" lIns="0" tIns="0" rIns="0" bIns="0" rtlCol="0">
            <a:noAutofit/>
          </a:bodyPr>
          <a:lstStyle/>
          <a:p>
            <a:endParaRPr/>
          </a:p>
        </p:txBody>
      </p:sp>
      <p:sp>
        <p:nvSpPr>
          <p:cNvPr id="4" name="object 2">
            <a:extLst>
              <a:ext uri="{FF2B5EF4-FFF2-40B4-BE49-F238E27FC236}">
                <a16:creationId xmlns:a16="http://schemas.microsoft.com/office/drawing/2014/main" id="{B687C2FB-0C9D-4646-93FD-027242A4BC89}"/>
              </a:ext>
            </a:extLst>
          </p:cNvPr>
          <p:cNvSpPr txBox="1"/>
          <p:nvPr/>
        </p:nvSpPr>
        <p:spPr>
          <a:xfrm>
            <a:off x="402751" y="568942"/>
            <a:ext cx="2202743" cy="814216"/>
          </a:xfrm>
          <a:prstGeom prst="rect">
            <a:avLst/>
          </a:prstGeom>
        </p:spPr>
        <p:txBody>
          <a:bodyPr wrap="square" lIns="0" tIns="0" rIns="0" bIns="0" rtlCol="0">
            <a:noAutofit/>
          </a:bodyPr>
          <a:lstStyle/>
          <a:p>
            <a:pPr marL="12700" marR="33953">
              <a:lnSpc>
                <a:spcPts val="1895"/>
              </a:lnSpc>
              <a:spcBef>
                <a:spcPts val="94"/>
              </a:spcBef>
            </a:pPr>
            <a:r>
              <a:rPr sz="1800" b="1" spc="0" dirty="0">
                <a:solidFill>
                  <a:srgbClr val="F9FDFF"/>
                </a:solidFill>
                <a:latin typeface="Times New Roman"/>
                <a:cs typeface="Times New Roman"/>
              </a:rPr>
              <a:t>FOTO</a:t>
            </a:r>
            <a:r>
              <a:rPr sz="1800" b="1" spc="37" dirty="0">
                <a:solidFill>
                  <a:srgbClr val="F9FDFF"/>
                </a:solidFill>
                <a:latin typeface="Times New Roman"/>
                <a:cs typeface="Times New Roman"/>
              </a:rPr>
              <a:t> </a:t>
            </a:r>
            <a:r>
              <a:rPr sz="1800" b="1" spc="0" dirty="0">
                <a:solidFill>
                  <a:srgbClr val="F9FDFF"/>
                </a:solidFill>
                <a:latin typeface="Times New Roman"/>
                <a:cs typeface="Times New Roman"/>
              </a:rPr>
              <a:t>KEGIATAN</a:t>
            </a:r>
            <a:endParaRPr sz="1800" dirty="0">
              <a:latin typeface="Times New Roman"/>
              <a:cs typeface="Times New Roman"/>
            </a:endParaRPr>
          </a:p>
          <a:p>
            <a:pPr marL="12700">
              <a:lnSpc>
                <a:spcPct val="95825"/>
              </a:lnSpc>
              <a:spcBef>
                <a:spcPts val="320"/>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Kebersihan</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dan</a:t>
            </a:r>
            <a:endParaRPr sz="1550" dirty="0">
              <a:latin typeface="Times New Roman"/>
              <a:cs typeface="Times New Roman"/>
            </a:endParaRPr>
          </a:p>
          <a:p>
            <a:pPr marL="12700" marR="33953">
              <a:lnSpc>
                <a:spcPct val="95825"/>
              </a:lnSpc>
              <a:spcBef>
                <a:spcPts val="415"/>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Keamanan</a:t>
            </a:r>
            <a:endParaRPr sz="1550" dirty="0">
              <a:latin typeface="Times New Roman"/>
              <a:cs typeface="Times New Roman"/>
            </a:endParaRPr>
          </a:p>
        </p:txBody>
      </p:sp>
      <p:pic>
        <p:nvPicPr>
          <p:cNvPr id="11" name="Picture 10">
            <a:extLst>
              <a:ext uri="{FF2B5EF4-FFF2-40B4-BE49-F238E27FC236}">
                <a16:creationId xmlns:a16="http://schemas.microsoft.com/office/drawing/2014/main" id="{1CBB00AB-D922-45F6-BC6E-25C0AE97B959}"/>
              </a:ext>
            </a:extLst>
          </p:cNvPr>
          <p:cNvPicPr>
            <a:picLocks noChangeAspect="1"/>
          </p:cNvPicPr>
          <p:nvPr/>
        </p:nvPicPr>
        <p:blipFill>
          <a:blip r:embed="rId4" cstate="print">
            <a:extLst>
              <a:ext uri="{28A0092B-C50C-407E-A947-70E740481C1C}">
                <a14:useLocalDpi xmlns:a14="http://schemas.microsoft.com/office/drawing/2010/main" val="0"/>
              </a:ext>
            </a:extLst>
          </a:blip>
          <a:srcRect l="10948" r="10948"/>
          <a:stretch/>
        </p:blipFill>
        <p:spPr>
          <a:xfrm>
            <a:off x="-3176" y="2085297"/>
            <a:ext cx="3672993" cy="2715303"/>
          </a:xfrm>
          <a:prstGeom prst="rect">
            <a:avLst/>
          </a:prstGeom>
        </p:spPr>
      </p:pic>
      <p:pic>
        <p:nvPicPr>
          <p:cNvPr id="13" name="Picture 12">
            <a:extLst>
              <a:ext uri="{FF2B5EF4-FFF2-40B4-BE49-F238E27FC236}">
                <a16:creationId xmlns:a16="http://schemas.microsoft.com/office/drawing/2014/main" id="{C500A9A5-0875-45DE-98F6-1B3E4045BDA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3176" y="4800602"/>
            <a:ext cx="2635249" cy="2228848"/>
          </a:xfrm>
          <a:prstGeom prst="rect">
            <a:avLst/>
          </a:prstGeom>
        </p:spPr>
      </p:pic>
      <p:pic>
        <p:nvPicPr>
          <p:cNvPr id="15" name="Picture 14">
            <a:extLst>
              <a:ext uri="{FF2B5EF4-FFF2-40B4-BE49-F238E27FC236}">
                <a16:creationId xmlns:a16="http://schemas.microsoft.com/office/drawing/2014/main" id="{46C2F65F-4C6C-44BD-85C3-6AC63DC5A60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flipH="1">
            <a:off x="2632071" y="4830591"/>
            <a:ext cx="4937125" cy="2198859"/>
          </a:xfrm>
          <a:prstGeom prst="rect">
            <a:avLst/>
          </a:prstGeom>
        </p:spPr>
      </p:pic>
      <p:pic>
        <p:nvPicPr>
          <p:cNvPr id="17" name="Picture 16">
            <a:extLst>
              <a:ext uri="{FF2B5EF4-FFF2-40B4-BE49-F238E27FC236}">
                <a16:creationId xmlns:a16="http://schemas.microsoft.com/office/drawing/2014/main" id="{1348B65B-7451-45F0-9593-9D3E1E5D8B1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217" t="12203" r="381" b="-321"/>
          <a:stretch/>
        </p:blipFill>
        <p:spPr>
          <a:xfrm>
            <a:off x="6349" y="7041854"/>
            <a:ext cx="2630489" cy="3123879"/>
          </a:xfrm>
          <a:prstGeom prst="rect">
            <a:avLst/>
          </a:prstGeom>
        </p:spPr>
      </p:pic>
      <p:pic>
        <p:nvPicPr>
          <p:cNvPr id="19" name="Picture 18">
            <a:extLst>
              <a:ext uri="{FF2B5EF4-FFF2-40B4-BE49-F238E27FC236}">
                <a16:creationId xmlns:a16="http://schemas.microsoft.com/office/drawing/2014/main" id="{069E47E5-B311-4738-8075-30FBA85BD6D6}"/>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2605494" y="7012547"/>
            <a:ext cx="2326870" cy="3123879"/>
          </a:xfrm>
          <a:prstGeom prst="rect">
            <a:avLst/>
          </a:prstGeom>
        </p:spPr>
      </p:pic>
      <p:sp>
        <p:nvSpPr>
          <p:cNvPr id="22" name="Rectangle 21">
            <a:extLst>
              <a:ext uri="{FF2B5EF4-FFF2-40B4-BE49-F238E27FC236}">
                <a16:creationId xmlns:a16="http://schemas.microsoft.com/office/drawing/2014/main" id="{44B551AB-3986-440A-B036-EA11911E7B12}"/>
              </a:ext>
            </a:extLst>
          </p:cNvPr>
          <p:cNvSpPr/>
          <p:nvPr/>
        </p:nvSpPr>
        <p:spPr>
          <a:xfrm>
            <a:off x="31750" y="10165734"/>
            <a:ext cx="7537450" cy="540366"/>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23" name="TextBox 22">
            <a:extLst>
              <a:ext uri="{FF2B5EF4-FFF2-40B4-BE49-F238E27FC236}">
                <a16:creationId xmlns:a16="http://schemas.microsoft.com/office/drawing/2014/main" id="{6887A5B7-0D25-4D5F-9E17-891C61759723}"/>
              </a:ext>
            </a:extLst>
          </p:cNvPr>
          <p:cNvSpPr txBox="1"/>
          <p:nvPr/>
        </p:nvSpPr>
        <p:spPr>
          <a:xfrm>
            <a:off x="-139700" y="10244988"/>
            <a:ext cx="7848600" cy="307777"/>
          </a:xfrm>
          <a:prstGeom prst="rect">
            <a:avLst/>
          </a:prstGeom>
          <a:noFill/>
        </p:spPr>
        <p:txBody>
          <a:bodyPr wrap="square" rtlCol="0">
            <a:spAutoFit/>
          </a:bodyPr>
          <a:lstStyle/>
          <a:p>
            <a:pPr algn="ctr"/>
            <a:r>
              <a:rPr lang="en-ID" sz="1400" dirty="0">
                <a:solidFill>
                  <a:schemeClr val="bg1"/>
                </a:solidFill>
              </a:rPr>
              <a:t>UNIVERSITAS PENDIDIKAN INDONESIA, BANK BANDUNG, DISTARU, GEDUNG KEUANGAN NEGARA</a:t>
            </a:r>
          </a:p>
        </p:txBody>
      </p:sp>
      <p:pic>
        <p:nvPicPr>
          <p:cNvPr id="5" name="Picture 4">
            <a:extLst>
              <a:ext uri="{FF2B5EF4-FFF2-40B4-BE49-F238E27FC236}">
                <a16:creationId xmlns:a16="http://schemas.microsoft.com/office/drawing/2014/main" id="{D1BB9923-02B8-3C7E-7AB0-5AAE68FFEB06}"/>
              </a:ext>
            </a:extLst>
          </p:cNvPr>
          <p:cNvPicPr>
            <a:picLocks noChangeAspect="1"/>
          </p:cNvPicPr>
          <p:nvPr/>
        </p:nvPicPr>
        <p:blipFill>
          <a:blip r:embed="rId9" cstate="print">
            <a:extLst>
              <a:ext uri="{28A0092B-C50C-407E-A947-70E740481C1C}">
                <a14:useLocalDpi xmlns:a14="http://schemas.microsoft.com/office/drawing/2010/main" val="0"/>
              </a:ext>
            </a:extLst>
          </a:blip>
          <a:srcRect t="6944" b="6944"/>
          <a:stretch/>
        </p:blipFill>
        <p:spPr>
          <a:xfrm>
            <a:off x="3632200" y="2096175"/>
            <a:ext cx="3924301" cy="2690299"/>
          </a:xfrm>
          <a:prstGeom prst="rect">
            <a:avLst/>
          </a:prstGeom>
        </p:spPr>
      </p:pic>
    </p:spTree>
    <p:extLst>
      <p:ext uri="{BB962C8B-B14F-4D97-AF65-F5344CB8AC3E}">
        <p14:creationId xmlns:p14="http://schemas.microsoft.com/office/powerpoint/2010/main" val="4191282385"/>
      </p:ext>
    </p:extLst>
  </p:cSld>
  <p:clrMapOvr>
    <a:masterClrMapping/>
  </p:clrMapOvr>
  <mc:AlternateContent xmlns:mc="http://schemas.openxmlformats.org/markup-compatibility/2006" xmlns:p14="http://schemas.microsoft.com/office/powerpoint/2010/main">
    <mc:Choice Requires="p14">
      <p:transition spd="slow" p14:dur="1600" advTm="8047">
        <p14:conveyor dir="l"/>
      </p:transition>
    </mc:Choice>
    <mc:Fallback xmlns="">
      <p:transition spd="slow" advTm="8047">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2">
            <a:extLst>
              <a:ext uri="{FF2B5EF4-FFF2-40B4-BE49-F238E27FC236}">
                <a16:creationId xmlns:a16="http://schemas.microsoft.com/office/drawing/2014/main" id="{66F8F023-5F96-4A89-811A-E42127EF04A6}"/>
              </a:ext>
            </a:extLst>
          </p:cNvPr>
          <p:cNvSpPr/>
          <p:nvPr/>
        </p:nvSpPr>
        <p:spPr>
          <a:xfrm>
            <a:off x="-1536211" y="116543"/>
            <a:ext cx="7569190" cy="10705543"/>
          </a:xfrm>
          <a:custGeom>
            <a:avLst/>
            <a:gdLst/>
            <a:ahLst/>
            <a:cxnLst/>
            <a:rect l="l" t="t" r="r" b="b"/>
            <a:pathLst>
              <a:path w="7569190" h="10705543">
                <a:moveTo>
                  <a:pt x="7562850" y="0"/>
                </a:moveTo>
                <a:lnTo>
                  <a:pt x="0" y="0"/>
                </a:lnTo>
                <a:lnTo>
                  <a:pt x="0" y="10696575"/>
                </a:lnTo>
                <a:lnTo>
                  <a:pt x="7562850" y="10696575"/>
                </a:lnTo>
                <a:lnTo>
                  <a:pt x="7562850" y="0"/>
                </a:lnTo>
                <a:close/>
              </a:path>
            </a:pathLst>
          </a:custGeom>
          <a:solidFill>
            <a:srgbClr val="F9FDFF"/>
          </a:solidFill>
        </p:spPr>
        <p:txBody>
          <a:bodyPr wrap="square" lIns="0" tIns="0" rIns="0" bIns="0" rtlCol="0">
            <a:noAutofit/>
          </a:bodyPr>
          <a:lstStyle/>
          <a:p>
            <a:endParaRPr dirty="0"/>
          </a:p>
        </p:txBody>
      </p:sp>
      <p:sp>
        <p:nvSpPr>
          <p:cNvPr id="4" name="object 4">
            <a:extLst>
              <a:ext uri="{FF2B5EF4-FFF2-40B4-BE49-F238E27FC236}">
                <a16:creationId xmlns:a16="http://schemas.microsoft.com/office/drawing/2014/main" id="{CA6320C3-844B-406E-B0BF-01994CDA21F5}"/>
              </a:ext>
            </a:extLst>
          </p:cNvPr>
          <p:cNvSpPr/>
          <p:nvPr/>
        </p:nvSpPr>
        <p:spPr>
          <a:xfrm>
            <a:off x="-2526513" y="-247650"/>
            <a:ext cx="8382000" cy="2900665"/>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9" name="object 9">
            <a:extLst>
              <a:ext uri="{FF2B5EF4-FFF2-40B4-BE49-F238E27FC236}">
                <a16:creationId xmlns:a16="http://schemas.microsoft.com/office/drawing/2014/main" id="{CF66A43E-276B-49CB-98FD-760A927D7115}"/>
              </a:ext>
            </a:extLst>
          </p:cNvPr>
          <p:cNvSpPr/>
          <p:nvPr/>
        </p:nvSpPr>
        <p:spPr>
          <a:xfrm>
            <a:off x="6294211" y="298847"/>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12" name="object 2">
            <a:extLst>
              <a:ext uri="{FF2B5EF4-FFF2-40B4-BE49-F238E27FC236}">
                <a16:creationId xmlns:a16="http://schemas.microsoft.com/office/drawing/2014/main" id="{359D32F4-9731-4476-A85E-4D1E758B3134}"/>
              </a:ext>
            </a:extLst>
          </p:cNvPr>
          <p:cNvSpPr txBox="1"/>
          <p:nvPr/>
        </p:nvSpPr>
        <p:spPr>
          <a:xfrm>
            <a:off x="402751" y="568942"/>
            <a:ext cx="2202743" cy="814216"/>
          </a:xfrm>
          <a:prstGeom prst="rect">
            <a:avLst/>
          </a:prstGeom>
        </p:spPr>
        <p:txBody>
          <a:bodyPr wrap="square" lIns="0" tIns="0" rIns="0" bIns="0" rtlCol="0">
            <a:noAutofit/>
          </a:bodyPr>
          <a:lstStyle/>
          <a:p>
            <a:pPr marL="12700" marR="33953">
              <a:lnSpc>
                <a:spcPts val="1895"/>
              </a:lnSpc>
              <a:spcBef>
                <a:spcPts val="94"/>
              </a:spcBef>
            </a:pPr>
            <a:r>
              <a:rPr sz="1800" b="1" spc="0" dirty="0">
                <a:solidFill>
                  <a:srgbClr val="F9FDFF"/>
                </a:solidFill>
                <a:latin typeface="Times New Roman"/>
                <a:cs typeface="Times New Roman"/>
              </a:rPr>
              <a:t>FOTO</a:t>
            </a:r>
            <a:r>
              <a:rPr sz="1800" b="1" spc="37" dirty="0">
                <a:solidFill>
                  <a:srgbClr val="F9FDFF"/>
                </a:solidFill>
                <a:latin typeface="Times New Roman"/>
                <a:cs typeface="Times New Roman"/>
              </a:rPr>
              <a:t> </a:t>
            </a:r>
            <a:r>
              <a:rPr sz="1800" b="1" spc="0" dirty="0">
                <a:solidFill>
                  <a:srgbClr val="F9FDFF"/>
                </a:solidFill>
                <a:latin typeface="Times New Roman"/>
                <a:cs typeface="Times New Roman"/>
              </a:rPr>
              <a:t>KEGIATAN</a:t>
            </a:r>
            <a:endParaRPr sz="1800">
              <a:latin typeface="Times New Roman"/>
              <a:cs typeface="Times New Roman"/>
            </a:endParaRPr>
          </a:p>
          <a:p>
            <a:pPr marL="12700">
              <a:lnSpc>
                <a:spcPct val="95825"/>
              </a:lnSpc>
              <a:spcBef>
                <a:spcPts val="320"/>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Kebersihan</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dan</a:t>
            </a:r>
            <a:endParaRPr sz="1550">
              <a:latin typeface="Times New Roman"/>
              <a:cs typeface="Times New Roman"/>
            </a:endParaRPr>
          </a:p>
          <a:p>
            <a:pPr marL="12700" marR="33953">
              <a:lnSpc>
                <a:spcPct val="95825"/>
              </a:lnSpc>
              <a:spcBef>
                <a:spcPts val="415"/>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Keamanan</a:t>
            </a:r>
            <a:endParaRPr sz="1550">
              <a:latin typeface="Times New Roman"/>
              <a:cs typeface="Times New Roman"/>
            </a:endParaRPr>
          </a:p>
        </p:txBody>
      </p:sp>
      <p:pic>
        <p:nvPicPr>
          <p:cNvPr id="16" name="Picture 15">
            <a:extLst>
              <a:ext uri="{FF2B5EF4-FFF2-40B4-BE49-F238E27FC236}">
                <a16:creationId xmlns:a16="http://schemas.microsoft.com/office/drawing/2014/main" id="{60209A4C-C47D-4873-9955-4AF66E27DC0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9167" y="2894789"/>
            <a:ext cx="3621219" cy="2036935"/>
          </a:xfrm>
          <a:prstGeom prst="rect">
            <a:avLst/>
          </a:prstGeom>
        </p:spPr>
      </p:pic>
      <p:pic>
        <p:nvPicPr>
          <p:cNvPr id="18" name="Picture 17">
            <a:extLst>
              <a:ext uri="{FF2B5EF4-FFF2-40B4-BE49-F238E27FC236}">
                <a16:creationId xmlns:a16="http://schemas.microsoft.com/office/drawing/2014/main" id="{5382A443-073C-4184-A2C0-E284ACFBE615}"/>
              </a:ext>
            </a:extLst>
          </p:cNvPr>
          <p:cNvPicPr>
            <a:picLocks noChangeAspect="1"/>
          </p:cNvPicPr>
          <p:nvPr/>
        </p:nvPicPr>
        <p:blipFill>
          <a:blip r:embed="rId4" cstate="print">
            <a:extLst>
              <a:ext uri="{28A0092B-C50C-407E-A947-70E740481C1C}">
                <a14:useLocalDpi xmlns:a14="http://schemas.microsoft.com/office/drawing/2010/main" val="0"/>
              </a:ext>
            </a:extLst>
          </a:blip>
          <a:srcRect t="6555" b="6555"/>
          <a:stretch/>
        </p:blipFill>
        <p:spPr>
          <a:xfrm>
            <a:off x="3784600" y="2887741"/>
            <a:ext cx="3535998" cy="2304323"/>
          </a:xfrm>
          <a:prstGeom prst="rect">
            <a:avLst/>
          </a:prstGeom>
        </p:spPr>
      </p:pic>
      <p:pic>
        <p:nvPicPr>
          <p:cNvPr id="20" name="Picture 19">
            <a:extLst>
              <a:ext uri="{FF2B5EF4-FFF2-40B4-BE49-F238E27FC236}">
                <a16:creationId xmlns:a16="http://schemas.microsoft.com/office/drawing/2014/main" id="{43385B36-8061-4CBE-9566-1D63486A370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9166" y="5197829"/>
            <a:ext cx="2556327" cy="1552776"/>
          </a:xfrm>
          <a:prstGeom prst="rect">
            <a:avLst/>
          </a:prstGeom>
        </p:spPr>
      </p:pic>
      <p:pic>
        <p:nvPicPr>
          <p:cNvPr id="22" name="Picture 21">
            <a:extLst>
              <a:ext uri="{FF2B5EF4-FFF2-40B4-BE49-F238E27FC236}">
                <a16:creationId xmlns:a16="http://schemas.microsoft.com/office/drawing/2014/main" id="{FE1665DB-EAAC-4A28-AB69-F73232022C3B}"/>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643308" y="5252850"/>
            <a:ext cx="2390611" cy="1792958"/>
          </a:xfrm>
          <a:prstGeom prst="rect">
            <a:avLst/>
          </a:prstGeom>
        </p:spPr>
      </p:pic>
      <p:pic>
        <p:nvPicPr>
          <p:cNvPr id="24" name="Picture 23">
            <a:extLst>
              <a:ext uri="{FF2B5EF4-FFF2-40B4-BE49-F238E27FC236}">
                <a16:creationId xmlns:a16="http://schemas.microsoft.com/office/drawing/2014/main" id="{5E36730B-5406-41DD-BA92-603C08BE13E4}"/>
              </a:ext>
            </a:extLst>
          </p:cNvPr>
          <p:cNvPicPr>
            <a:picLocks noChangeAspect="1"/>
          </p:cNvPicPr>
          <p:nvPr/>
        </p:nvPicPr>
        <p:blipFill>
          <a:blip r:embed="rId7" cstate="print">
            <a:extLst>
              <a:ext uri="{28A0092B-C50C-407E-A947-70E740481C1C}">
                <a14:useLocalDpi xmlns:a14="http://schemas.microsoft.com/office/drawing/2010/main" val="0"/>
              </a:ext>
            </a:extLst>
          </a:blip>
          <a:srcRect l="17380" r="17380"/>
          <a:stretch/>
        </p:blipFill>
        <p:spPr>
          <a:xfrm>
            <a:off x="5100058" y="5201588"/>
            <a:ext cx="2220540" cy="1914526"/>
          </a:xfrm>
          <a:prstGeom prst="rect">
            <a:avLst/>
          </a:prstGeom>
        </p:spPr>
      </p:pic>
      <p:pic>
        <p:nvPicPr>
          <p:cNvPr id="28" name="Picture 27">
            <a:extLst>
              <a:ext uri="{FF2B5EF4-FFF2-40B4-BE49-F238E27FC236}">
                <a16:creationId xmlns:a16="http://schemas.microsoft.com/office/drawing/2014/main" id="{189B8977-FE75-4FA3-A108-68377F795C9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15804" y="7143781"/>
            <a:ext cx="2417165" cy="3344749"/>
          </a:xfrm>
          <a:prstGeom prst="rect">
            <a:avLst/>
          </a:prstGeom>
        </p:spPr>
      </p:pic>
      <p:pic>
        <p:nvPicPr>
          <p:cNvPr id="30" name="Picture 29">
            <a:extLst>
              <a:ext uri="{FF2B5EF4-FFF2-40B4-BE49-F238E27FC236}">
                <a16:creationId xmlns:a16="http://schemas.microsoft.com/office/drawing/2014/main" id="{4BC868F4-03BC-4B9E-8061-964A51D4ACFA}"/>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299720" y="7114830"/>
            <a:ext cx="2066327" cy="2276818"/>
          </a:xfrm>
          <a:prstGeom prst="rect">
            <a:avLst/>
          </a:prstGeom>
        </p:spPr>
      </p:pic>
      <p:pic>
        <p:nvPicPr>
          <p:cNvPr id="34" name="Picture 33">
            <a:extLst>
              <a:ext uri="{FF2B5EF4-FFF2-40B4-BE49-F238E27FC236}">
                <a16:creationId xmlns:a16="http://schemas.microsoft.com/office/drawing/2014/main" id="{4080E05F-BF68-418C-8AF1-61D0C2E0A70D}"/>
              </a:ext>
            </a:extLst>
          </p:cNvPr>
          <p:cNvPicPr>
            <a:picLocks noChangeAspect="1"/>
          </p:cNvPicPr>
          <p:nvPr/>
        </p:nvPicPr>
        <p:blipFill>
          <a:blip r:embed="rId10" cstate="print">
            <a:extLst>
              <a:ext uri="{28A0092B-C50C-407E-A947-70E740481C1C}">
                <a14:useLocalDpi xmlns:a14="http://schemas.microsoft.com/office/drawing/2010/main" val="0"/>
              </a:ext>
            </a:extLst>
          </a:blip>
          <a:srcRect t="20317" b="20317"/>
          <a:stretch/>
        </p:blipFill>
        <p:spPr>
          <a:xfrm>
            <a:off x="2754571" y="7119486"/>
            <a:ext cx="2544267" cy="2292969"/>
          </a:xfrm>
          <a:prstGeom prst="rect">
            <a:avLst/>
          </a:prstGeom>
        </p:spPr>
      </p:pic>
      <p:sp>
        <p:nvSpPr>
          <p:cNvPr id="38" name="Rectangle 37">
            <a:extLst>
              <a:ext uri="{FF2B5EF4-FFF2-40B4-BE49-F238E27FC236}">
                <a16:creationId xmlns:a16="http://schemas.microsoft.com/office/drawing/2014/main" id="{B9DC059D-F2BC-43C5-97EA-8CEA5739B944}"/>
              </a:ext>
            </a:extLst>
          </p:cNvPr>
          <p:cNvSpPr/>
          <p:nvPr/>
        </p:nvSpPr>
        <p:spPr>
          <a:xfrm>
            <a:off x="28904" y="4908786"/>
            <a:ext cx="3621219" cy="27716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39" name="TextBox 38">
            <a:extLst>
              <a:ext uri="{FF2B5EF4-FFF2-40B4-BE49-F238E27FC236}">
                <a16:creationId xmlns:a16="http://schemas.microsoft.com/office/drawing/2014/main" id="{34746A98-A880-47CA-8787-3F60EE7E7889}"/>
              </a:ext>
            </a:extLst>
          </p:cNvPr>
          <p:cNvSpPr txBox="1"/>
          <p:nvPr/>
        </p:nvSpPr>
        <p:spPr>
          <a:xfrm>
            <a:off x="-58998" y="4881248"/>
            <a:ext cx="3629019" cy="369332"/>
          </a:xfrm>
          <a:prstGeom prst="rect">
            <a:avLst/>
          </a:prstGeom>
          <a:noFill/>
        </p:spPr>
        <p:txBody>
          <a:bodyPr wrap="square" rtlCol="0">
            <a:spAutoFit/>
          </a:bodyPr>
          <a:lstStyle/>
          <a:p>
            <a:pPr algn="ctr"/>
            <a:r>
              <a:rPr lang="en-US" dirty="0">
                <a:solidFill>
                  <a:schemeClr val="bg1"/>
                </a:solidFill>
              </a:rPr>
              <a:t>B</a:t>
            </a:r>
            <a:r>
              <a:rPr lang="en-ID" dirty="0">
                <a:solidFill>
                  <a:schemeClr val="bg1"/>
                </a:solidFill>
              </a:rPr>
              <a:t>APELITBANG</a:t>
            </a:r>
          </a:p>
        </p:txBody>
      </p:sp>
      <p:sp>
        <p:nvSpPr>
          <p:cNvPr id="42" name="Rectangle 41">
            <a:extLst>
              <a:ext uri="{FF2B5EF4-FFF2-40B4-BE49-F238E27FC236}">
                <a16:creationId xmlns:a16="http://schemas.microsoft.com/office/drawing/2014/main" id="{FDD21137-E8EB-4EA4-BE97-AF2A0BDDDC57}"/>
              </a:ext>
            </a:extLst>
          </p:cNvPr>
          <p:cNvSpPr/>
          <p:nvPr/>
        </p:nvSpPr>
        <p:spPr>
          <a:xfrm>
            <a:off x="3764214" y="4897858"/>
            <a:ext cx="3578609" cy="27716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43" name="TextBox 42">
            <a:extLst>
              <a:ext uri="{FF2B5EF4-FFF2-40B4-BE49-F238E27FC236}">
                <a16:creationId xmlns:a16="http://schemas.microsoft.com/office/drawing/2014/main" id="{9EEA4C0A-22BF-42B1-BD7D-DB5086D0F321}"/>
              </a:ext>
            </a:extLst>
          </p:cNvPr>
          <p:cNvSpPr txBox="1"/>
          <p:nvPr/>
        </p:nvSpPr>
        <p:spPr>
          <a:xfrm>
            <a:off x="3663850" y="4881248"/>
            <a:ext cx="3535998" cy="369332"/>
          </a:xfrm>
          <a:prstGeom prst="rect">
            <a:avLst/>
          </a:prstGeom>
          <a:noFill/>
        </p:spPr>
        <p:txBody>
          <a:bodyPr wrap="square" rtlCol="0">
            <a:spAutoFit/>
          </a:bodyPr>
          <a:lstStyle/>
          <a:p>
            <a:pPr algn="ctr"/>
            <a:r>
              <a:rPr lang="en-US" dirty="0">
                <a:solidFill>
                  <a:schemeClr val="bg1"/>
                </a:solidFill>
              </a:rPr>
              <a:t>D</a:t>
            </a:r>
            <a:r>
              <a:rPr lang="en-ID" dirty="0">
                <a:solidFill>
                  <a:schemeClr val="bg1"/>
                </a:solidFill>
              </a:rPr>
              <a:t>ISDUKCAPIL KOTA BANDUNG</a:t>
            </a:r>
          </a:p>
        </p:txBody>
      </p:sp>
      <p:sp>
        <p:nvSpPr>
          <p:cNvPr id="47" name="Rectangle 46">
            <a:extLst>
              <a:ext uri="{FF2B5EF4-FFF2-40B4-BE49-F238E27FC236}">
                <a16:creationId xmlns:a16="http://schemas.microsoft.com/office/drawing/2014/main" id="{0234E70B-A1D9-4D7D-B1F2-92353257396F}"/>
              </a:ext>
            </a:extLst>
          </p:cNvPr>
          <p:cNvSpPr/>
          <p:nvPr/>
        </p:nvSpPr>
        <p:spPr>
          <a:xfrm>
            <a:off x="62238" y="6839631"/>
            <a:ext cx="2552838"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48" name="Rectangle 47">
            <a:extLst>
              <a:ext uri="{FF2B5EF4-FFF2-40B4-BE49-F238E27FC236}">
                <a16:creationId xmlns:a16="http://schemas.microsoft.com/office/drawing/2014/main" id="{A6438B2D-42E0-4E82-8320-11A5A68CA708}"/>
              </a:ext>
            </a:extLst>
          </p:cNvPr>
          <p:cNvSpPr/>
          <p:nvPr/>
        </p:nvSpPr>
        <p:spPr>
          <a:xfrm>
            <a:off x="2635990" y="6839632"/>
            <a:ext cx="2397930"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49" name="Rectangle 48">
            <a:extLst>
              <a:ext uri="{FF2B5EF4-FFF2-40B4-BE49-F238E27FC236}">
                <a16:creationId xmlns:a16="http://schemas.microsoft.com/office/drawing/2014/main" id="{B7267ED5-70A3-44C3-879E-6D06B4A05A3D}"/>
              </a:ext>
            </a:extLst>
          </p:cNvPr>
          <p:cNvSpPr/>
          <p:nvPr/>
        </p:nvSpPr>
        <p:spPr>
          <a:xfrm>
            <a:off x="5100058" y="6859365"/>
            <a:ext cx="2242766"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50" name="TextBox 49">
            <a:extLst>
              <a:ext uri="{FF2B5EF4-FFF2-40B4-BE49-F238E27FC236}">
                <a16:creationId xmlns:a16="http://schemas.microsoft.com/office/drawing/2014/main" id="{5A64B43B-1CE5-499B-B5D6-AAFF0B499F25}"/>
              </a:ext>
            </a:extLst>
          </p:cNvPr>
          <p:cNvSpPr txBox="1"/>
          <p:nvPr/>
        </p:nvSpPr>
        <p:spPr>
          <a:xfrm>
            <a:off x="-82764" y="6812304"/>
            <a:ext cx="2876905" cy="615553"/>
          </a:xfrm>
          <a:prstGeom prst="rect">
            <a:avLst/>
          </a:prstGeom>
          <a:noFill/>
        </p:spPr>
        <p:txBody>
          <a:bodyPr wrap="square" rtlCol="0">
            <a:spAutoFit/>
          </a:bodyPr>
          <a:lstStyle/>
          <a:p>
            <a:pPr algn="ctr"/>
            <a:r>
              <a:rPr lang="en-ID" sz="1600" dirty="0">
                <a:solidFill>
                  <a:schemeClr val="bg1"/>
                </a:solidFill>
              </a:rPr>
              <a:t>DISDUKCAPIL KOTA </a:t>
            </a:r>
            <a:r>
              <a:rPr lang="en-ID" sz="1400" dirty="0">
                <a:solidFill>
                  <a:schemeClr val="bg1"/>
                </a:solidFill>
              </a:rPr>
              <a:t>BANDUNG</a:t>
            </a:r>
            <a:r>
              <a:rPr lang="en-ID" dirty="0">
                <a:solidFill>
                  <a:schemeClr val="bg1"/>
                </a:solidFill>
              </a:rPr>
              <a:t>	</a:t>
            </a:r>
          </a:p>
        </p:txBody>
      </p:sp>
      <p:sp>
        <p:nvSpPr>
          <p:cNvPr id="51" name="TextBox 50">
            <a:extLst>
              <a:ext uri="{FF2B5EF4-FFF2-40B4-BE49-F238E27FC236}">
                <a16:creationId xmlns:a16="http://schemas.microsoft.com/office/drawing/2014/main" id="{79F7FDC0-EF30-49D3-9CCE-887D7C43BA20}"/>
              </a:ext>
            </a:extLst>
          </p:cNvPr>
          <p:cNvSpPr txBox="1"/>
          <p:nvPr/>
        </p:nvSpPr>
        <p:spPr>
          <a:xfrm>
            <a:off x="2387118" y="6792232"/>
            <a:ext cx="2876905" cy="369332"/>
          </a:xfrm>
          <a:prstGeom prst="rect">
            <a:avLst/>
          </a:prstGeom>
          <a:noFill/>
        </p:spPr>
        <p:txBody>
          <a:bodyPr wrap="square" rtlCol="0">
            <a:spAutoFit/>
          </a:bodyPr>
          <a:lstStyle/>
          <a:p>
            <a:pPr algn="ctr"/>
            <a:r>
              <a:rPr lang="en-US" dirty="0">
                <a:solidFill>
                  <a:schemeClr val="bg1"/>
                </a:solidFill>
              </a:rPr>
              <a:t>D</a:t>
            </a:r>
            <a:r>
              <a:rPr lang="en-ID" dirty="0">
                <a:solidFill>
                  <a:schemeClr val="bg1"/>
                </a:solidFill>
              </a:rPr>
              <a:t>RIVER</a:t>
            </a:r>
          </a:p>
        </p:txBody>
      </p:sp>
      <p:sp>
        <p:nvSpPr>
          <p:cNvPr id="52" name="TextBox 51">
            <a:extLst>
              <a:ext uri="{FF2B5EF4-FFF2-40B4-BE49-F238E27FC236}">
                <a16:creationId xmlns:a16="http://schemas.microsoft.com/office/drawing/2014/main" id="{45265C16-2E77-4ECF-A7E4-C6D641B95636}"/>
              </a:ext>
            </a:extLst>
          </p:cNvPr>
          <p:cNvSpPr txBox="1"/>
          <p:nvPr/>
        </p:nvSpPr>
        <p:spPr>
          <a:xfrm>
            <a:off x="4745332" y="6785687"/>
            <a:ext cx="2876905" cy="369332"/>
          </a:xfrm>
          <a:prstGeom prst="rect">
            <a:avLst/>
          </a:prstGeom>
          <a:noFill/>
        </p:spPr>
        <p:txBody>
          <a:bodyPr wrap="square" rtlCol="0">
            <a:spAutoFit/>
          </a:bodyPr>
          <a:lstStyle/>
          <a:p>
            <a:pPr algn="ctr"/>
            <a:r>
              <a:rPr lang="en-US" dirty="0">
                <a:solidFill>
                  <a:schemeClr val="bg1"/>
                </a:solidFill>
              </a:rPr>
              <a:t>BAPENDA</a:t>
            </a:r>
            <a:endParaRPr lang="en-ID" dirty="0">
              <a:solidFill>
                <a:schemeClr val="bg1"/>
              </a:solidFill>
            </a:endParaRPr>
          </a:p>
        </p:txBody>
      </p:sp>
      <p:sp>
        <p:nvSpPr>
          <p:cNvPr id="6" name="Flowchart: Punched Tape 5">
            <a:extLst>
              <a:ext uri="{FF2B5EF4-FFF2-40B4-BE49-F238E27FC236}">
                <a16:creationId xmlns:a16="http://schemas.microsoft.com/office/drawing/2014/main" id="{B5397473-8A9C-4ED1-8E1B-D92DA13FFB35}"/>
              </a:ext>
            </a:extLst>
          </p:cNvPr>
          <p:cNvSpPr/>
          <p:nvPr/>
        </p:nvSpPr>
        <p:spPr>
          <a:xfrm>
            <a:off x="2717800" y="9391650"/>
            <a:ext cx="4724400" cy="1197907"/>
          </a:xfrm>
          <a:prstGeom prst="flowChartPunchedTape">
            <a:avLst/>
          </a:prstGeom>
          <a:solidFill>
            <a:srgbClr val="C00000"/>
          </a:solidFill>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a:solidFill>
                <a:srgbClr val="C00000"/>
              </a:solidFill>
            </a:endParaRPr>
          </a:p>
        </p:txBody>
      </p:sp>
      <p:sp>
        <p:nvSpPr>
          <p:cNvPr id="7" name="TextBox 6">
            <a:extLst>
              <a:ext uri="{FF2B5EF4-FFF2-40B4-BE49-F238E27FC236}">
                <a16:creationId xmlns:a16="http://schemas.microsoft.com/office/drawing/2014/main" id="{C95A67CD-ED81-4EF3-BE86-FC39013B228B}"/>
              </a:ext>
            </a:extLst>
          </p:cNvPr>
          <p:cNvSpPr txBox="1"/>
          <p:nvPr/>
        </p:nvSpPr>
        <p:spPr>
          <a:xfrm>
            <a:off x="3193530" y="9759770"/>
            <a:ext cx="4024848" cy="461665"/>
          </a:xfrm>
          <a:prstGeom prst="rect">
            <a:avLst/>
          </a:prstGeom>
          <a:noFill/>
        </p:spPr>
        <p:txBody>
          <a:bodyPr wrap="square" rtlCol="0">
            <a:spAutoFit/>
          </a:bodyPr>
          <a:lstStyle/>
          <a:p>
            <a:r>
              <a:rPr lang="en-ID" sz="2400" dirty="0">
                <a:solidFill>
                  <a:schemeClr val="bg1"/>
                </a:solidFill>
                <a:latin typeface="Verdana" panose="020B0604030504040204" pitchFamily="34" charset="0"/>
                <a:ea typeface="Verdana" panose="020B0604030504040204" pitchFamily="34" charset="0"/>
              </a:rPr>
              <a:t>PT IMPALA AKBARINDO</a:t>
            </a:r>
          </a:p>
        </p:txBody>
      </p:sp>
      <p:sp>
        <p:nvSpPr>
          <p:cNvPr id="8" name="Rectangle 7">
            <a:extLst>
              <a:ext uri="{FF2B5EF4-FFF2-40B4-BE49-F238E27FC236}">
                <a16:creationId xmlns:a16="http://schemas.microsoft.com/office/drawing/2014/main" id="{6E96F070-8FED-1F79-40BD-E9317F755D4E}"/>
              </a:ext>
            </a:extLst>
          </p:cNvPr>
          <p:cNvSpPr/>
          <p:nvPr/>
        </p:nvSpPr>
        <p:spPr>
          <a:xfrm>
            <a:off x="169260" y="10248263"/>
            <a:ext cx="2466729"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10" name="TextBox 9">
            <a:extLst>
              <a:ext uri="{FF2B5EF4-FFF2-40B4-BE49-F238E27FC236}">
                <a16:creationId xmlns:a16="http://schemas.microsoft.com/office/drawing/2014/main" id="{AE61C0AE-939D-35B5-899A-8CAD502D71ED}"/>
              </a:ext>
            </a:extLst>
          </p:cNvPr>
          <p:cNvSpPr txBox="1"/>
          <p:nvPr/>
        </p:nvSpPr>
        <p:spPr>
          <a:xfrm>
            <a:off x="-74873" y="10203854"/>
            <a:ext cx="3195087" cy="369332"/>
          </a:xfrm>
          <a:prstGeom prst="rect">
            <a:avLst/>
          </a:prstGeom>
          <a:noFill/>
        </p:spPr>
        <p:txBody>
          <a:bodyPr wrap="square" rtlCol="0">
            <a:spAutoFit/>
          </a:bodyPr>
          <a:lstStyle/>
          <a:p>
            <a:pPr algn="ctr"/>
            <a:r>
              <a:rPr lang="en-US" b="1" dirty="0">
                <a:solidFill>
                  <a:schemeClr val="bg1"/>
                </a:solidFill>
              </a:rPr>
              <a:t>G</a:t>
            </a:r>
            <a:r>
              <a:rPr lang="en-ID" b="1" dirty="0">
                <a:solidFill>
                  <a:schemeClr val="bg1"/>
                </a:solidFill>
              </a:rPr>
              <a:t>KN BANDUNG</a:t>
            </a:r>
          </a:p>
        </p:txBody>
      </p:sp>
      <p:sp>
        <p:nvSpPr>
          <p:cNvPr id="11" name="Rectangle 10">
            <a:extLst>
              <a:ext uri="{FF2B5EF4-FFF2-40B4-BE49-F238E27FC236}">
                <a16:creationId xmlns:a16="http://schemas.microsoft.com/office/drawing/2014/main" id="{B46928B5-96FB-6B28-4A7B-FF6900380979}"/>
              </a:ext>
            </a:extLst>
          </p:cNvPr>
          <p:cNvSpPr/>
          <p:nvPr/>
        </p:nvSpPr>
        <p:spPr>
          <a:xfrm>
            <a:off x="5289086" y="9165199"/>
            <a:ext cx="2031512"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RSJ</a:t>
            </a:r>
            <a:endParaRPr lang="en-ID" dirty="0">
              <a:solidFill>
                <a:schemeClr val="bg1"/>
              </a:solidFill>
            </a:endParaRPr>
          </a:p>
        </p:txBody>
      </p:sp>
      <p:sp>
        <p:nvSpPr>
          <p:cNvPr id="13" name="Rectangle 12">
            <a:extLst>
              <a:ext uri="{FF2B5EF4-FFF2-40B4-BE49-F238E27FC236}">
                <a16:creationId xmlns:a16="http://schemas.microsoft.com/office/drawing/2014/main" id="{0C69FBAE-7DF3-199C-F53F-EF9A387AC5E7}"/>
              </a:ext>
            </a:extLst>
          </p:cNvPr>
          <p:cNvSpPr/>
          <p:nvPr/>
        </p:nvSpPr>
        <p:spPr>
          <a:xfrm>
            <a:off x="2726660" y="9165199"/>
            <a:ext cx="2549614"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55" name="TextBox 54">
            <a:extLst>
              <a:ext uri="{FF2B5EF4-FFF2-40B4-BE49-F238E27FC236}">
                <a16:creationId xmlns:a16="http://schemas.microsoft.com/office/drawing/2014/main" id="{CB6BFB81-292E-4C6D-8E91-AABEC7937BE2}"/>
              </a:ext>
            </a:extLst>
          </p:cNvPr>
          <p:cNvSpPr txBox="1"/>
          <p:nvPr/>
        </p:nvSpPr>
        <p:spPr>
          <a:xfrm>
            <a:off x="2283630" y="9109969"/>
            <a:ext cx="3329769" cy="369332"/>
          </a:xfrm>
          <a:prstGeom prst="rect">
            <a:avLst/>
          </a:prstGeom>
          <a:noFill/>
        </p:spPr>
        <p:txBody>
          <a:bodyPr wrap="square" rtlCol="0">
            <a:spAutoFit/>
          </a:bodyPr>
          <a:lstStyle/>
          <a:p>
            <a:pPr algn="ctr"/>
            <a:r>
              <a:rPr lang="en-US" b="1" dirty="0">
                <a:solidFill>
                  <a:schemeClr val="bg1"/>
                </a:solidFill>
              </a:rPr>
              <a:t>B</a:t>
            </a:r>
            <a:r>
              <a:rPr lang="en-ID" b="1" dirty="0">
                <a:solidFill>
                  <a:schemeClr val="bg1"/>
                </a:solidFill>
              </a:rPr>
              <a:t>APPELITBANG</a:t>
            </a:r>
          </a:p>
        </p:txBody>
      </p:sp>
    </p:spTree>
    <p:extLst>
      <p:ext uri="{BB962C8B-B14F-4D97-AF65-F5344CB8AC3E}">
        <p14:creationId xmlns:p14="http://schemas.microsoft.com/office/powerpoint/2010/main" val="2053292599"/>
      </p:ext>
    </p:extLst>
  </p:cSld>
  <p:clrMapOvr>
    <a:masterClrMapping/>
  </p:clrMapOvr>
  <mc:AlternateContent xmlns:mc="http://schemas.openxmlformats.org/markup-compatibility/2006" xmlns:p14="http://schemas.microsoft.com/office/powerpoint/2010/main">
    <mc:Choice Requires="p14">
      <p:transition spd="slow" p14:dur="1600" advTm="7632">
        <p:blinds dir="vert"/>
      </p:transition>
    </mc:Choice>
    <mc:Fallback xmlns="">
      <p:transition spd="slow" advTm="7632">
        <p:blinds dir="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2">
            <a:extLst>
              <a:ext uri="{FF2B5EF4-FFF2-40B4-BE49-F238E27FC236}">
                <a16:creationId xmlns:a16="http://schemas.microsoft.com/office/drawing/2014/main" id="{66F8F023-5F96-4A89-811A-E42127EF04A6}"/>
              </a:ext>
            </a:extLst>
          </p:cNvPr>
          <p:cNvSpPr/>
          <p:nvPr/>
        </p:nvSpPr>
        <p:spPr>
          <a:xfrm>
            <a:off x="-1536211" y="116543"/>
            <a:ext cx="7569190" cy="10705543"/>
          </a:xfrm>
          <a:custGeom>
            <a:avLst/>
            <a:gdLst/>
            <a:ahLst/>
            <a:cxnLst/>
            <a:rect l="l" t="t" r="r" b="b"/>
            <a:pathLst>
              <a:path w="7569190" h="10705543">
                <a:moveTo>
                  <a:pt x="7562850" y="0"/>
                </a:moveTo>
                <a:lnTo>
                  <a:pt x="0" y="0"/>
                </a:lnTo>
                <a:lnTo>
                  <a:pt x="0" y="10696575"/>
                </a:lnTo>
                <a:lnTo>
                  <a:pt x="7562850" y="10696575"/>
                </a:lnTo>
                <a:lnTo>
                  <a:pt x="7562850" y="0"/>
                </a:lnTo>
                <a:close/>
              </a:path>
            </a:pathLst>
          </a:custGeom>
          <a:solidFill>
            <a:srgbClr val="F9FDFF"/>
          </a:solidFill>
        </p:spPr>
        <p:txBody>
          <a:bodyPr wrap="square" lIns="0" tIns="0" rIns="0" bIns="0" rtlCol="0">
            <a:noAutofit/>
          </a:bodyPr>
          <a:lstStyle/>
          <a:p>
            <a:endParaRPr dirty="0"/>
          </a:p>
        </p:txBody>
      </p:sp>
      <p:sp>
        <p:nvSpPr>
          <p:cNvPr id="4" name="object 4">
            <a:extLst>
              <a:ext uri="{FF2B5EF4-FFF2-40B4-BE49-F238E27FC236}">
                <a16:creationId xmlns:a16="http://schemas.microsoft.com/office/drawing/2014/main" id="{CA6320C3-844B-406E-B0BF-01994CDA21F5}"/>
              </a:ext>
            </a:extLst>
          </p:cNvPr>
          <p:cNvSpPr/>
          <p:nvPr/>
        </p:nvSpPr>
        <p:spPr>
          <a:xfrm>
            <a:off x="-2526513" y="-247650"/>
            <a:ext cx="8382000" cy="2900665"/>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9" name="object 9">
            <a:extLst>
              <a:ext uri="{FF2B5EF4-FFF2-40B4-BE49-F238E27FC236}">
                <a16:creationId xmlns:a16="http://schemas.microsoft.com/office/drawing/2014/main" id="{CF66A43E-276B-49CB-98FD-760A927D7115}"/>
              </a:ext>
            </a:extLst>
          </p:cNvPr>
          <p:cNvSpPr/>
          <p:nvPr/>
        </p:nvSpPr>
        <p:spPr>
          <a:xfrm>
            <a:off x="6294211" y="298847"/>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12" name="object 2">
            <a:extLst>
              <a:ext uri="{FF2B5EF4-FFF2-40B4-BE49-F238E27FC236}">
                <a16:creationId xmlns:a16="http://schemas.microsoft.com/office/drawing/2014/main" id="{359D32F4-9731-4476-A85E-4D1E758B3134}"/>
              </a:ext>
            </a:extLst>
          </p:cNvPr>
          <p:cNvSpPr txBox="1"/>
          <p:nvPr/>
        </p:nvSpPr>
        <p:spPr>
          <a:xfrm>
            <a:off x="402751" y="568942"/>
            <a:ext cx="2202743" cy="814216"/>
          </a:xfrm>
          <a:prstGeom prst="rect">
            <a:avLst/>
          </a:prstGeom>
        </p:spPr>
        <p:txBody>
          <a:bodyPr wrap="square" lIns="0" tIns="0" rIns="0" bIns="0" rtlCol="0">
            <a:noAutofit/>
          </a:bodyPr>
          <a:lstStyle/>
          <a:p>
            <a:pPr marL="12700" marR="33953">
              <a:lnSpc>
                <a:spcPts val="1895"/>
              </a:lnSpc>
              <a:spcBef>
                <a:spcPts val="94"/>
              </a:spcBef>
            </a:pPr>
            <a:r>
              <a:rPr sz="1800" b="1" spc="0" dirty="0">
                <a:solidFill>
                  <a:srgbClr val="F9FDFF"/>
                </a:solidFill>
                <a:latin typeface="Times New Roman"/>
                <a:cs typeface="Times New Roman"/>
              </a:rPr>
              <a:t>FOTO</a:t>
            </a:r>
            <a:r>
              <a:rPr sz="1800" b="1" spc="37" dirty="0">
                <a:solidFill>
                  <a:srgbClr val="F9FDFF"/>
                </a:solidFill>
                <a:latin typeface="Times New Roman"/>
                <a:cs typeface="Times New Roman"/>
              </a:rPr>
              <a:t> </a:t>
            </a:r>
            <a:r>
              <a:rPr sz="1800" b="1" spc="0" dirty="0">
                <a:solidFill>
                  <a:srgbClr val="F9FDFF"/>
                </a:solidFill>
                <a:latin typeface="Times New Roman"/>
                <a:cs typeface="Times New Roman"/>
              </a:rPr>
              <a:t>KEGIATAN</a:t>
            </a:r>
            <a:endParaRPr sz="1800">
              <a:latin typeface="Times New Roman"/>
              <a:cs typeface="Times New Roman"/>
            </a:endParaRPr>
          </a:p>
          <a:p>
            <a:pPr marL="12700">
              <a:lnSpc>
                <a:spcPct val="95825"/>
              </a:lnSpc>
              <a:spcBef>
                <a:spcPts val="320"/>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Kebersihan</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dan</a:t>
            </a:r>
            <a:endParaRPr sz="1550">
              <a:latin typeface="Times New Roman"/>
              <a:cs typeface="Times New Roman"/>
            </a:endParaRPr>
          </a:p>
          <a:p>
            <a:pPr marL="12700" marR="33953">
              <a:lnSpc>
                <a:spcPct val="95825"/>
              </a:lnSpc>
              <a:spcBef>
                <a:spcPts val="415"/>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Keamanan</a:t>
            </a:r>
            <a:endParaRPr sz="1550">
              <a:latin typeface="Times New Roman"/>
              <a:cs typeface="Times New Roman"/>
            </a:endParaRPr>
          </a:p>
        </p:txBody>
      </p:sp>
      <p:pic>
        <p:nvPicPr>
          <p:cNvPr id="16" name="Picture 15">
            <a:extLst>
              <a:ext uri="{FF2B5EF4-FFF2-40B4-BE49-F238E27FC236}">
                <a16:creationId xmlns:a16="http://schemas.microsoft.com/office/drawing/2014/main" id="{60209A4C-C47D-4873-9955-4AF66E27DC0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7095" y="2673087"/>
            <a:ext cx="3613675" cy="2483115"/>
          </a:xfrm>
          <a:prstGeom prst="rect">
            <a:avLst/>
          </a:prstGeom>
        </p:spPr>
      </p:pic>
      <p:pic>
        <p:nvPicPr>
          <p:cNvPr id="18" name="Picture 17">
            <a:extLst>
              <a:ext uri="{FF2B5EF4-FFF2-40B4-BE49-F238E27FC236}">
                <a16:creationId xmlns:a16="http://schemas.microsoft.com/office/drawing/2014/main" id="{5382A443-073C-4184-A2C0-E284ACFBE615}"/>
              </a:ext>
            </a:extLst>
          </p:cNvPr>
          <p:cNvPicPr>
            <a:picLocks noChangeAspect="1"/>
          </p:cNvPicPr>
          <p:nvPr/>
        </p:nvPicPr>
        <p:blipFill>
          <a:blip r:embed="rId4" cstate="print">
            <a:extLst>
              <a:ext uri="{28A0092B-C50C-407E-A947-70E740481C1C}">
                <a14:useLocalDpi xmlns:a14="http://schemas.microsoft.com/office/drawing/2010/main" val="0"/>
              </a:ext>
            </a:extLst>
          </a:blip>
          <a:srcRect t="2670" b="2670"/>
          <a:stretch/>
        </p:blipFill>
        <p:spPr>
          <a:xfrm>
            <a:off x="3784600" y="2679581"/>
            <a:ext cx="3535998" cy="2512484"/>
          </a:xfrm>
          <a:prstGeom prst="rect">
            <a:avLst/>
          </a:prstGeom>
        </p:spPr>
      </p:pic>
      <p:pic>
        <p:nvPicPr>
          <p:cNvPr id="20" name="Picture 19">
            <a:extLst>
              <a:ext uri="{FF2B5EF4-FFF2-40B4-BE49-F238E27FC236}">
                <a16:creationId xmlns:a16="http://schemas.microsoft.com/office/drawing/2014/main" id="{43385B36-8061-4CBE-9566-1D63486A370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12201" y="5187660"/>
            <a:ext cx="2486999" cy="1858147"/>
          </a:xfrm>
          <a:prstGeom prst="rect">
            <a:avLst/>
          </a:prstGeom>
        </p:spPr>
      </p:pic>
      <p:pic>
        <p:nvPicPr>
          <p:cNvPr id="22" name="Picture 21">
            <a:extLst>
              <a:ext uri="{FF2B5EF4-FFF2-40B4-BE49-F238E27FC236}">
                <a16:creationId xmlns:a16="http://schemas.microsoft.com/office/drawing/2014/main" id="{FE1665DB-EAAC-4A28-AB69-F73232022C3B}"/>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643308" y="5252850"/>
            <a:ext cx="2390610" cy="1792958"/>
          </a:xfrm>
          <a:prstGeom prst="rect">
            <a:avLst/>
          </a:prstGeom>
        </p:spPr>
      </p:pic>
      <p:pic>
        <p:nvPicPr>
          <p:cNvPr id="28" name="Picture 27">
            <a:extLst>
              <a:ext uri="{FF2B5EF4-FFF2-40B4-BE49-F238E27FC236}">
                <a16:creationId xmlns:a16="http://schemas.microsoft.com/office/drawing/2014/main" id="{189B8977-FE75-4FA3-A108-68377F795C97}"/>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123812" y="7204712"/>
            <a:ext cx="2475388" cy="3300300"/>
          </a:xfrm>
          <a:prstGeom prst="rect">
            <a:avLst/>
          </a:prstGeom>
        </p:spPr>
      </p:pic>
      <p:pic>
        <p:nvPicPr>
          <p:cNvPr id="30" name="Picture 29">
            <a:extLst>
              <a:ext uri="{FF2B5EF4-FFF2-40B4-BE49-F238E27FC236}">
                <a16:creationId xmlns:a16="http://schemas.microsoft.com/office/drawing/2014/main" id="{4BC868F4-03BC-4B9E-8061-964A51D4ACFA}"/>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299720" y="7138590"/>
            <a:ext cx="2066327" cy="2195707"/>
          </a:xfrm>
          <a:prstGeom prst="rect">
            <a:avLst/>
          </a:prstGeom>
        </p:spPr>
      </p:pic>
      <p:pic>
        <p:nvPicPr>
          <p:cNvPr id="34" name="Picture 33">
            <a:extLst>
              <a:ext uri="{FF2B5EF4-FFF2-40B4-BE49-F238E27FC236}">
                <a16:creationId xmlns:a16="http://schemas.microsoft.com/office/drawing/2014/main" id="{4080E05F-BF68-418C-8AF1-61D0C2E0A70D}"/>
              </a:ext>
            </a:extLst>
          </p:cNvPr>
          <p:cNvPicPr>
            <a:picLocks noChangeAspect="1"/>
          </p:cNvPicPr>
          <p:nvPr/>
        </p:nvPicPr>
        <p:blipFill>
          <a:blip r:embed="rId9" cstate="print">
            <a:extLst>
              <a:ext uri="{28A0092B-C50C-407E-A947-70E740481C1C}">
                <a14:useLocalDpi xmlns:a14="http://schemas.microsoft.com/office/drawing/2010/main" val="0"/>
              </a:ext>
            </a:extLst>
          </a:blip>
          <a:srcRect l="8390" r="8390"/>
          <a:stretch/>
        </p:blipFill>
        <p:spPr>
          <a:xfrm>
            <a:off x="2699370" y="7120080"/>
            <a:ext cx="2544267" cy="2292969"/>
          </a:xfrm>
          <a:prstGeom prst="rect">
            <a:avLst/>
          </a:prstGeom>
        </p:spPr>
      </p:pic>
      <p:sp>
        <p:nvSpPr>
          <p:cNvPr id="38" name="Rectangle 37">
            <a:extLst>
              <a:ext uri="{FF2B5EF4-FFF2-40B4-BE49-F238E27FC236}">
                <a16:creationId xmlns:a16="http://schemas.microsoft.com/office/drawing/2014/main" id="{B9DC059D-F2BC-43C5-97EA-8CEA5739B944}"/>
              </a:ext>
            </a:extLst>
          </p:cNvPr>
          <p:cNvSpPr/>
          <p:nvPr/>
        </p:nvSpPr>
        <p:spPr>
          <a:xfrm>
            <a:off x="28904" y="4908786"/>
            <a:ext cx="3621219" cy="27716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39" name="TextBox 38">
            <a:extLst>
              <a:ext uri="{FF2B5EF4-FFF2-40B4-BE49-F238E27FC236}">
                <a16:creationId xmlns:a16="http://schemas.microsoft.com/office/drawing/2014/main" id="{34746A98-A880-47CA-8787-3F60EE7E7889}"/>
              </a:ext>
            </a:extLst>
          </p:cNvPr>
          <p:cNvSpPr txBox="1"/>
          <p:nvPr/>
        </p:nvSpPr>
        <p:spPr>
          <a:xfrm>
            <a:off x="-58998" y="4881248"/>
            <a:ext cx="3629019" cy="369332"/>
          </a:xfrm>
          <a:prstGeom prst="rect">
            <a:avLst/>
          </a:prstGeom>
          <a:noFill/>
        </p:spPr>
        <p:txBody>
          <a:bodyPr wrap="square" rtlCol="0">
            <a:spAutoFit/>
          </a:bodyPr>
          <a:lstStyle/>
          <a:p>
            <a:pPr algn="ctr"/>
            <a:r>
              <a:rPr lang="en-US" dirty="0">
                <a:solidFill>
                  <a:schemeClr val="bg1"/>
                </a:solidFill>
              </a:rPr>
              <a:t>DRIVER BAPENDA KOTA BANDUNG</a:t>
            </a:r>
            <a:endParaRPr lang="en-ID" dirty="0">
              <a:solidFill>
                <a:schemeClr val="bg1"/>
              </a:solidFill>
            </a:endParaRPr>
          </a:p>
        </p:txBody>
      </p:sp>
      <p:sp>
        <p:nvSpPr>
          <p:cNvPr id="42" name="Rectangle 41">
            <a:extLst>
              <a:ext uri="{FF2B5EF4-FFF2-40B4-BE49-F238E27FC236}">
                <a16:creationId xmlns:a16="http://schemas.microsoft.com/office/drawing/2014/main" id="{FDD21137-E8EB-4EA4-BE97-AF2A0BDDDC57}"/>
              </a:ext>
            </a:extLst>
          </p:cNvPr>
          <p:cNvSpPr/>
          <p:nvPr/>
        </p:nvSpPr>
        <p:spPr>
          <a:xfrm>
            <a:off x="3764214" y="4897858"/>
            <a:ext cx="3578609" cy="27716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43" name="TextBox 42">
            <a:extLst>
              <a:ext uri="{FF2B5EF4-FFF2-40B4-BE49-F238E27FC236}">
                <a16:creationId xmlns:a16="http://schemas.microsoft.com/office/drawing/2014/main" id="{9EEA4C0A-22BF-42B1-BD7D-DB5086D0F321}"/>
              </a:ext>
            </a:extLst>
          </p:cNvPr>
          <p:cNvSpPr txBox="1"/>
          <p:nvPr/>
        </p:nvSpPr>
        <p:spPr>
          <a:xfrm>
            <a:off x="3663850" y="4881248"/>
            <a:ext cx="3535998" cy="369332"/>
          </a:xfrm>
          <a:prstGeom prst="rect">
            <a:avLst/>
          </a:prstGeom>
          <a:noFill/>
        </p:spPr>
        <p:txBody>
          <a:bodyPr wrap="square" rtlCol="0">
            <a:spAutoFit/>
          </a:bodyPr>
          <a:lstStyle/>
          <a:p>
            <a:pPr algn="ctr"/>
            <a:r>
              <a:rPr lang="en-US" dirty="0">
                <a:solidFill>
                  <a:schemeClr val="bg1"/>
                </a:solidFill>
              </a:rPr>
              <a:t>RS JIWA PROV. JABAR</a:t>
            </a:r>
            <a:endParaRPr lang="en-ID" dirty="0">
              <a:solidFill>
                <a:schemeClr val="bg1"/>
              </a:solidFill>
            </a:endParaRPr>
          </a:p>
        </p:txBody>
      </p:sp>
      <p:sp>
        <p:nvSpPr>
          <p:cNvPr id="47" name="Rectangle 46">
            <a:extLst>
              <a:ext uri="{FF2B5EF4-FFF2-40B4-BE49-F238E27FC236}">
                <a16:creationId xmlns:a16="http://schemas.microsoft.com/office/drawing/2014/main" id="{0234E70B-A1D9-4D7D-B1F2-92353257396F}"/>
              </a:ext>
            </a:extLst>
          </p:cNvPr>
          <p:cNvSpPr/>
          <p:nvPr/>
        </p:nvSpPr>
        <p:spPr>
          <a:xfrm>
            <a:off x="62238" y="6839631"/>
            <a:ext cx="2552838"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48" name="Rectangle 47">
            <a:extLst>
              <a:ext uri="{FF2B5EF4-FFF2-40B4-BE49-F238E27FC236}">
                <a16:creationId xmlns:a16="http://schemas.microsoft.com/office/drawing/2014/main" id="{A6438B2D-42E0-4E82-8320-11A5A68CA708}"/>
              </a:ext>
            </a:extLst>
          </p:cNvPr>
          <p:cNvSpPr/>
          <p:nvPr/>
        </p:nvSpPr>
        <p:spPr>
          <a:xfrm>
            <a:off x="2635990" y="6839632"/>
            <a:ext cx="2397930"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50" name="TextBox 49">
            <a:extLst>
              <a:ext uri="{FF2B5EF4-FFF2-40B4-BE49-F238E27FC236}">
                <a16:creationId xmlns:a16="http://schemas.microsoft.com/office/drawing/2014/main" id="{5A64B43B-1CE5-499B-B5D6-AAFF0B499F25}"/>
              </a:ext>
            </a:extLst>
          </p:cNvPr>
          <p:cNvSpPr txBox="1"/>
          <p:nvPr/>
        </p:nvSpPr>
        <p:spPr>
          <a:xfrm>
            <a:off x="-82764" y="6812304"/>
            <a:ext cx="2876905" cy="615553"/>
          </a:xfrm>
          <a:prstGeom prst="rect">
            <a:avLst/>
          </a:prstGeom>
          <a:noFill/>
        </p:spPr>
        <p:txBody>
          <a:bodyPr wrap="square" rtlCol="0">
            <a:spAutoFit/>
          </a:bodyPr>
          <a:lstStyle/>
          <a:p>
            <a:pPr algn="ctr"/>
            <a:r>
              <a:rPr lang="en-ID" sz="1600" dirty="0">
                <a:solidFill>
                  <a:schemeClr val="bg1"/>
                </a:solidFill>
              </a:rPr>
              <a:t>DISKOMINFO KOTA </a:t>
            </a:r>
            <a:r>
              <a:rPr lang="en-ID" sz="1400" dirty="0">
                <a:solidFill>
                  <a:schemeClr val="bg1"/>
                </a:solidFill>
              </a:rPr>
              <a:t>BANDUNG</a:t>
            </a:r>
            <a:r>
              <a:rPr lang="en-ID" dirty="0">
                <a:solidFill>
                  <a:schemeClr val="bg1"/>
                </a:solidFill>
              </a:rPr>
              <a:t>	</a:t>
            </a:r>
          </a:p>
        </p:txBody>
      </p:sp>
      <p:sp>
        <p:nvSpPr>
          <p:cNvPr id="51" name="TextBox 50">
            <a:extLst>
              <a:ext uri="{FF2B5EF4-FFF2-40B4-BE49-F238E27FC236}">
                <a16:creationId xmlns:a16="http://schemas.microsoft.com/office/drawing/2014/main" id="{79F7FDC0-EF30-49D3-9CCE-887D7C43BA20}"/>
              </a:ext>
            </a:extLst>
          </p:cNvPr>
          <p:cNvSpPr txBox="1"/>
          <p:nvPr/>
        </p:nvSpPr>
        <p:spPr>
          <a:xfrm>
            <a:off x="2387118" y="6792232"/>
            <a:ext cx="2876905" cy="369332"/>
          </a:xfrm>
          <a:prstGeom prst="rect">
            <a:avLst/>
          </a:prstGeom>
          <a:noFill/>
        </p:spPr>
        <p:txBody>
          <a:bodyPr wrap="square" rtlCol="0">
            <a:spAutoFit/>
          </a:bodyPr>
          <a:lstStyle/>
          <a:p>
            <a:pPr algn="ctr"/>
            <a:r>
              <a:rPr lang="en-US" dirty="0">
                <a:solidFill>
                  <a:schemeClr val="bg1"/>
                </a:solidFill>
              </a:rPr>
              <a:t>GKN BANDUNG</a:t>
            </a:r>
            <a:endParaRPr lang="en-ID" dirty="0">
              <a:solidFill>
                <a:schemeClr val="bg1"/>
              </a:solidFill>
            </a:endParaRPr>
          </a:p>
        </p:txBody>
      </p:sp>
      <p:sp>
        <p:nvSpPr>
          <p:cNvPr id="6" name="Flowchart: Punched Tape 5">
            <a:extLst>
              <a:ext uri="{FF2B5EF4-FFF2-40B4-BE49-F238E27FC236}">
                <a16:creationId xmlns:a16="http://schemas.microsoft.com/office/drawing/2014/main" id="{B5397473-8A9C-4ED1-8E1B-D92DA13FFB35}"/>
              </a:ext>
            </a:extLst>
          </p:cNvPr>
          <p:cNvSpPr/>
          <p:nvPr/>
        </p:nvSpPr>
        <p:spPr>
          <a:xfrm>
            <a:off x="2717800" y="9391650"/>
            <a:ext cx="4724400" cy="1197907"/>
          </a:xfrm>
          <a:prstGeom prst="flowChartPunchedTape">
            <a:avLst/>
          </a:prstGeom>
          <a:solidFill>
            <a:srgbClr val="C00000"/>
          </a:solidFill>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a:solidFill>
                <a:srgbClr val="C00000"/>
              </a:solidFill>
            </a:endParaRPr>
          </a:p>
        </p:txBody>
      </p:sp>
      <p:sp>
        <p:nvSpPr>
          <p:cNvPr id="7" name="TextBox 6">
            <a:extLst>
              <a:ext uri="{FF2B5EF4-FFF2-40B4-BE49-F238E27FC236}">
                <a16:creationId xmlns:a16="http://schemas.microsoft.com/office/drawing/2014/main" id="{C95A67CD-ED81-4EF3-BE86-FC39013B228B}"/>
              </a:ext>
            </a:extLst>
          </p:cNvPr>
          <p:cNvSpPr txBox="1"/>
          <p:nvPr/>
        </p:nvSpPr>
        <p:spPr>
          <a:xfrm>
            <a:off x="3193530" y="9759770"/>
            <a:ext cx="4024848" cy="461665"/>
          </a:xfrm>
          <a:prstGeom prst="rect">
            <a:avLst/>
          </a:prstGeom>
          <a:noFill/>
        </p:spPr>
        <p:txBody>
          <a:bodyPr wrap="square" rtlCol="0">
            <a:spAutoFit/>
          </a:bodyPr>
          <a:lstStyle/>
          <a:p>
            <a:r>
              <a:rPr lang="en-ID" sz="2400" dirty="0">
                <a:solidFill>
                  <a:schemeClr val="bg1"/>
                </a:solidFill>
                <a:latin typeface="Verdana" panose="020B0604030504040204" pitchFamily="34" charset="0"/>
                <a:ea typeface="Verdana" panose="020B0604030504040204" pitchFamily="34" charset="0"/>
              </a:rPr>
              <a:t>PT IMPALA AKBARINDO</a:t>
            </a:r>
          </a:p>
        </p:txBody>
      </p:sp>
      <p:sp>
        <p:nvSpPr>
          <p:cNvPr id="8" name="Rectangle 7">
            <a:extLst>
              <a:ext uri="{FF2B5EF4-FFF2-40B4-BE49-F238E27FC236}">
                <a16:creationId xmlns:a16="http://schemas.microsoft.com/office/drawing/2014/main" id="{6E96F070-8FED-1F79-40BD-E9317F755D4E}"/>
              </a:ext>
            </a:extLst>
          </p:cNvPr>
          <p:cNvSpPr/>
          <p:nvPr/>
        </p:nvSpPr>
        <p:spPr>
          <a:xfrm>
            <a:off x="169260" y="10248263"/>
            <a:ext cx="2466729"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10" name="TextBox 9">
            <a:extLst>
              <a:ext uri="{FF2B5EF4-FFF2-40B4-BE49-F238E27FC236}">
                <a16:creationId xmlns:a16="http://schemas.microsoft.com/office/drawing/2014/main" id="{AE61C0AE-939D-35B5-899A-8CAD502D71ED}"/>
              </a:ext>
            </a:extLst>
          </p:cNvPr>
          <p:cNvSpPr txBox="1"/>
          <p:nvPr/>
        </p:nvSpPr>
        <p:spPr>
          <a:xfrm>
            <a:off x="-74873" y="10203854"/>
            <a:ext cx="3195087" cy="369332"/>
          </a:xfrm>
          <a:prstGeom prst="rect">
            <a:avLst/>
          </a:prstGeom>
          <a:noFill/>
        </p:spPr>
        <p:txBody>
          <a:bodyPr wrap="square" rtlCol="0">
            <a:spAutoFit/>
          </a:bodyPr>
          <a:lstStyle/>
          <a:p>
            <a:pPr algn="ctr"/>
            <a:r>
              <a:rPr lang="en-US" b="1" dirty="0">
                <a:solidFill>
                  <a:schemeClr val="bg1"/>
                </a:solidFill>
              </a:rPr>
              <a:t>DISDUKCAPIL </a:t>
            </a:r>
            <a:endParaRPr lang="en-ID" b="1" dirty="0">
              <a:solidFill>
                <a:schemeClr val="bg1"/>
              </a:solidFill>
            </a:endParaRPr>
          </a:p>
        </p:txBody>
      </p:sp>
      <p:sp>
        <p:nvSpPr>
          <p:cNvPr id="11" name="Rectangle 10">
            <a:extLst>
              <a:ext uri="{FF2B5EF4-FFF2-40B4-BE49-F238E27FC236}">
                <a16:creationId xmlns:a16="http://schemas.microsoft.com/office/drawing/2014/main" id="{B46928B5-96FB-6B28-4A7B-FF6900380979}"/>
              </a:ext>
            </a:extLst>
          </p:cNvPr>
          <p:cNvSpPr/>
          <p:nvPr/>
        </p:nvSpPr>
        <p:spPr>
          <a:xfrm>
            <a:off x="5289085" y="9165199"/>
            <a:ext cx="2053737"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RSJ</a:t>
            </a:r>
            <a:endParaRPr lang="en-ID" dirty="0">
              <a:solidFill>
                <a:schemeClr val="bg1"/>
              </a:solidFill>
            </a:endParaRPr>
          </a:p>
        </p:txBody>
      </p:sp>
      <p:sp>
        <p:nvSpPr>
          <p:cNvPr id="13" name="Rectangle 12">
            <a:extLst>
              <a:ext uri="{FF2B5EF4-FFF2-40B4-BE49-F238E27FC236}">
                <a16:creationId xmlns:a16="http://schemas.microsoft.com/office/drawing/2014/main" id="{0C69FBAE-7DF3-199C-F53F-EF9A387AC5E7}"/>
              </a:ext>
            </a:extLst>
          </p:cNvPr>
          <p:cNvSpPr/>
          <p:nvPr/>
        </p:nvSpPr>
        <p:spPr>
          <a:xfrm>
            <a:off x="2726660" y="9165199"/>
            <a:ext cx="2549614"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55" name="TextBox 54">
            <a:extLst>
              <a:ext uri="{FF2B5EF4-FFF2-40B4-BE49-F238E27FC236}">
                <a16:creationId xmlns:a16="http://schemas.microsoft.com/office/drawing/2014/main" id="{CB6BFB81-292E-4C6D-8E91-AABEC7937BE2}"/>
              </a:ext>
            </a:extLst>
          </p:cNvPr>
          <p:cNvSpPr txBox="1"/>
          <p:nvPr/>
        </p:nvSpPr>
        <p:spPr>
          <a:xfrm>
            <a:off x="2283630" y="9109969"/>
            <a:ext cx="3329769" cy="369332"/>
          </a:xfrm>
          <a:prstGeom prst="rect">
            <a:avLst/>
          </a:prstGeom>
          <a:noFill/>
        </p:spPr>
        <p:txBody>
          <a:bodyPr wrap="square" rtlCol="0">
            <a:spAutoFit/>
          </a:bodyPr>
          <a:lstStyle/>
          <a:p>
            <a:pPr algn="ctr"/>
            <a:r>
              <a:rPr lang="en-US" b="1" dirty="0">
                <a:solidFill>
                  <a:schemeClr val="bg1"/>
                </a:solidFill>
              </a:rPr>
              <a:t>GKN </a:t>
            </a:r>
            <a:endParaRPr lang="en-ID" b="1" dirty="0">
              <a:solidFill>
                <a:schemeClr val="bg1"/>
              </a:solidFill>
            </a:endParaRPr>
          </a:p>
        </p:txBody>
      </p:sp>
      <p:pic>
        <p:nvPicPr>
          <p:cNvPr id="3" name="Picture 2">
            <a:extLst>
              <a:ext uri="{FF2B5EF4-FFF2-40B4-BE49-F238E27FC236}">
                <a16:creationId xmlns:a16="http://schemas.microsoft.com/office/drawing/2014/main" id="{B9092999-9D36-B326-A6AB-D121B7366A3E}"/>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5047645" y="5250580"/>
            <a:ext cx="2256027" cy="1844861"/>
          </a:xfrm>
          <a:prstGeom prst="rect">
            <a:avLst/>
          </a:prstGeom>
        </p:spPr>
      </p:pic>
      <p:sp>
        <p:nvSpPr>
          <p:cNvPr id="49" name="Rectangle 48">
            <a:extLst>
              <a:ext uri="{FF2B5EF4-FFF2-40B4-BE49-F238E27FC236}">
                <a16:creationId xmlns:a16="http://schemas.microsoft.com/office/drawing/2014/main" id="{B7267ED5-70A3-44C3-879E-6D06B4A05A3D}"/>
              </a:ext>
            </a:extLst>
          </p:cNvPr>
          <p:cNvSpPr/>
          <p:nvPr/>
        </p:nvSpPr>
        <p:spPr>
          <a:xfrm>
            <a:off x="5047643" y="6841756"/>
            <a:ext cx="2242766"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solidFill>
                  <a:schemeClr val="bg1"/>
                </a:solidFill>
              </a:rPr>
              <a:t>BPPD KOTA BANDUNG</a:t>
            </a:r>
            <a:endParaRPr lang="en-ID" sz="1600" dirty="0">
              <a:solidFill>
                <a:schemeClr val="bg1"/>
              </a:solidFill>
            </a:endParaRPr>
          </a:p>
        </p:txBody>
      </p:sp>
    </p:spTree>
    <p:extLst>
      <p:ext uri="{BB962C8B-B14F-4D97-AF65-F5344CB8AC3E}">
        <p14:creationId xmlns:p14="http://schemas.microsoft.com/office/powerpoint/2010/main" val="3262027301"/>
      </p:ext>
    </p:extLst>
  </p:cSld>
  <p:clrMapOvr>
    <a:masterClrMapping/>
  </p:clrMapOvr>
  <mc:AlternateContent xmlns:mc="http://schemas.openxmlformats.org/markup-compatibility/2006" xmlns:p14="http://schemas.microsoft.com/office/powerpoint/2010/main">
    <mc:Choice Requires="p14">
      <p:transition spd="slow" p14:dur="1600" advTm="7632">
        <p:blinds dir="vert"/>
      </p:transition>
    </mc:Choice>
    <mc:Fallback xmlns="">
      <p:transition spd="slow" advTm="7632">
        <p:blinds dir="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2">
            <a:extLst>
              <a:ext uri="{FF2B5EF4-FFF2-40B4-BE49-F238E27FC236}">
                <a16:creationId xmlns:a16="http://schemas.microsoft.com/office/drawing/2014/main" id="{66F8F023-5F96-4A89-811A-E42127EF04A6}"/>
              </a:ext>
            </a:extLst>
          </p:cNvPr>
          <p:cNvSpPr/>
          <p:nvPr/>
        </p:nvSpPr>
        <p:spPr>
          <a:xfrm>
            <a:off x="-1664477" y="-179757"/>
            <a:ext cx="7569190" cy="10705543"/>
          </a:xfrm>
          <a:custGeom>
            <a:avLst/>
            <a:gdLst/>
            <a:ahLst/>
            <a:cxnLst/>
            <a:rect l="l" t="t" r="r" b="b"/>
            <a:pathLst>
              <a:path w="7569190" h="10705543">
                <a:moveTo>
                  <a:pt x="7562850" y="0"/>
                </a:moveTo>
                <a:lnTo>
                  <a:pt x="0" y="0"/>
                </a:lnTo>
                <a:lnTo>
                  <a:pt x="0" y="10696575"/>
                </a:lnTo>
                <a:lnTo>
                  <a:pt x="7562850" y="10696575"/>
                </a:lnTo>
                <a:lnTo>
                  <a:pt x="7562850" y="0"/>
                </a:lnTo>
                <a:close/>
              </a:path>
            </a:pathLst>
          </a:custGeom>
          <a:solidFill>
            <a:srgbClr val="F9FDFF"/>
          </a:solidFill>
        </p:spPr>
        <p:txBody>
          <a:bodyPr wrap="square" lIns="0" tIns="0" rIns="0" bIns="0" rtlCol="0">
            <a:noAutofit/>
          </a:bodyPr>
          <a:lstStyle/>
          <a:p>
            <a:endParaRPr/>
          </a:p>
        </p:txBody>
      </p:sp>
      <p:sp>
        <p:nvSpPr>
          <p:cNvPr id="4" name="object 4">
            <a:extLst>
              <a:ext uri="{FF2B5EF4-FFF2-40B4-BE49-F238E27FC236}">
                <a16:creationId xmlns:a16="http://schemas.microsoft.com/office/drawing/2014/main" id="{CA6320C3-844B-406E-B0BF-01994CDA21F5}"/>
              </a:ext>
            </a:extLst>
          </p:cNvPr>
          <p:cNvSpPr/>
          <p:nvPr/>
        </p:nvSpPr>
        <p:spPr>
          <a:xfrm>
            <a:off x="-2526513" y="-247650"/>
            <a:ext cx="8382000" cy="2900665"/>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9" name="object 9">
            <a:extLst>
              <a:ext uri="{FF2B5EF4-FFF2-40B4-BE49-F238E27FC236}">
                <a16:creationId xmlns:a16="http://schemas.microsoft.com/office/drawing/2014/main" id="{CF66A43E-276B-49CB-98FD-760A927D7115}"/>
              </a:ext>
            </a:extLst>
          </p:cNvPr>
          <p:cNvSpPr/>
          <p:nvPr/>
        </p:nvSpPr>
        <p:spPr>
          <a:xfrm>
            <a:off x="6294211" y="298847"/>
            <a:ext cx="1029562" cy="1334618"/>
          </a:xfrm>
          <a:prstGeom prst="rect">
            <a:avLst/>
          </a:prstGeom>
          <a:blipFill>
            <a:blip r:embed="rId2" cstate="print"/>
            <a:stretch>
              <a:fillRect/>
            </a:stretch>
          </a:blipFill>
        </p:spPr>
        <p:txBody>
          <a:bodyPr wrap="square" lIns="0" tIns="0" rIns="0" bIns="0" rtlCol="0">
            <a:noAutofit/>
          </a:bodyPr>
          <a:lstStyle/>
          <a:p>
            <a:endParaRPr/>
          </a:p>
        </p:txBody>
      </p:sp>
      <p:sp>
        <p:nvSpPr>
          <p:cNvPr id="12" name="object 2">
            <a:extLst>
              <a:ext uri="{FF2B5EF4-FFF2-40B4-BE49-F238E27FC236}">
                <a16:creationId xmlns:a16="http://schemas.microsoft.com/office/drawing/2014/main" id="{359D32F4-9731-4476-A85E-4D1E758B3134}"/>
              </a:ext>
            </a:extLst>
          </p:cNvPr>
          <p:cNvSpPr txBox="1"/>
          <p:nvPr/>
        </p:nvSpPr>
        <p:spPr>
          <a:xfrm>
            <a:off x="402751" y="568942"/>
            <a:ext cx="2202743" cy="814216"/>
          </a:xfrm>
          <a:prstGeom prst="rect">
            <a:avLst/>
          </a:prstGeom>
        </p:spPr>
        <p:txBody>
          <a:bodyPr wrap="square" lIns="0" tIns="0" rIns="0" bIns="0" rtlCol="0">
            <a:noAutofit/>
          </a:bodyPr>
          <a:lstStyle/>
          <a:p>
            <a:pPr marL="12700" marR="33953">
              <a:lnSpc>
                <a:spcPts val="1895"/>
              </a:lnSpc>
              <a:spcBef>
                <a:spcPts val="94"/>
              </a:spcBef>
            </a:pPr>
            <a:r>
              <a:rPr sz="1800" b="1" spc="0" dirty="0">
                <a:solidFill>
                  <a:srgbClr val="F9FDFF"/>
                </a:solidFill>
                <a:latin typeface="Times New Roman"/>
                <a:cs typeface="Times New Roman"/>
              </a:rPr>
              <a:t>FOTO</a:t>
            </a:r>
            <a:r>
              <a:rPr sz="1800" b="1" spc="37" dirty="0">
                <a:solidFill>
                  <a:srgbClr val="F9FDFF"/>
                </a:solidFill>
                <a:latin typeface="Times New Roman"/>
                <a:cs typeface="Times New Roman"/>
              </a:rPr>
              <a:t> </a:t>
            </a:r>
            <a:r>
              <a:rPr sz="1800" b="1" spc="0" dirty="0">
                <a:solidFill>
                  <a:srgbClr val="F9FDFF"/>
                </a:solidFill>
                <a:latin typeface="Times New Roman"/>
                <a:cs typeface="Times New Roman"/>
              </a:rPr>
              <a:t>KEGIATAN</a:t>
            </a:r>
            <a:endParaRPr sz="1800">
              <a:latin typeface="Times New Roman"/>
              <a:cs typeface="Times New Roman"/>
            </a:endParaRPr>
          </a:p>
          <a:p>
            <a:pPr marL="12700">
              <a:lnSpc>
                <a:spcPct val="95825"/>
              </a:lnSpc>
              <a:spcBef>
                <a:spcPts val="320"/>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Kebersihan</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dan</a:t>
            </a:r>
            <a:endParaRPr sz="1550">
              <a:latin typeface="Times New Roman"/>
              <a:cs typeface="Times New Roman"/>
            </a:endParaRPr>
          </a:p>
          <a:p>
            <a:pPr marL="12700" marR="33953">
              <a:lnSpc>
                <a:spcPct val="95825"/>
              </a:lnSpc>
              <a:spcBef>
                <a:spcPts val="415"/>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Keamanan</a:t>
            </a:r>
            <a:endParaRPr sz="1550">
              <a:latin typeface="Times New Roman"/>
              <a:cs typeface="Times New Roman"/>
            </a:endParaRPr>
          </a:p>
        </p:txBody>
      </p:sp>
      <p:pic>
        <p:nvPicPr>
          <p:cNvPr id="16" name="Picture 15">
            <a:extLst>
              <a:ext uri="{FF2B5EF4-FFF2-40B4-BE49-F238E27FC236}">
                <a16:creationId xmlns:a16="http://schemas.microsoft.com/office/drawing/2014/main" id="{60209A4C-C47D-4873-9955-4AF66E27DC0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3660" y="2894547"/>
            <a:ext cx="3653075" cy="2036935"/>
          </a:xfrm>
          <a:prstGeom prst="rect">
            <a:avLst/>
          </a:prstGeom>
        </p:spPr>
      </p:pic>
      <p:pic>
        <p:nvPicPr>
          <p:cNvPr id="18" name="Picture 17">
            <a:extLst>
              <a:ext uri="{FF2B5EF4-FFF2-40B4-BE49-F238E27FC236}">
                <a16:creationId xmlns:a16="http://schemas.microsoft.com/office/drawing/2014/main" id="{5382A443-073C-4184-A2C0-E284ACFBE615}"/>
              </a:ext>
            </a:extLst>
          </p:cNvPr>
          <p:cNvPicPr>
            <a:picLocks noChangeAspect="1"/>
          </p:cNvPicPr>
          <p:nvPr/>
        </p:nvPicPr>
        <p:blipFill>
          <a:blip r:embed="rId4" cstate="print">
            <a:extLst>
              <a:ext uri="{28A0092B-C50C-407E-A947-70E740481C1C}">
                <a14:useLocalDpi xmlns:a14="http://schemas.microsoft.com/office/drawing/2010/main" val="0"/>
              </a:ext>
            </a:extLst>
          </a:blip>
          <a:srcRect t="6555" b="6555"/>
          <a:stretch/>
        </p:blipFill>
        <p:spPr>
          <a:xfrm>
            <a:off x="3784600" y="2887741"/>
            <a:ext cx="3535998" cy="2304323"/>
          </a:xfrm>
          <a:prstGeom prst="rect">
            <a:avLst/>
          </a:prstGeom>
        </p:spPr>
      </p:pic>
      <p:pic>
        <p:nvPicPr>
          <p:cNvPr id="20" name="Picture 19">
            <a:extLst>
              <a:ext uri="{FF2B5EF4-FFF2-40B4-BE49-F238E27FC236}">
                <a16:creationId xmlns:a16="http://schemas.microsoft.com/office/drawing/2014/main" id="{43385B36-8061-4CBE-9566-1D63486A370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8904" y="5223842"/>
            <a:ext cx="2592178" cy="1891589"/>
          </a:xfrm>
          <a:prstGeom prst="rect">
            <a:avLst/>
          </a:prstGeom>
        </p:spPr>
      </p:pic>
      <p:pic>
        <p:nvPicPr>
          <p:cNvPr id="22" name="Picture 21">
            <a:extLst>
              <a:ext uri="{FF2B5EF4-FFF2-40B4-BE49-F238E27FC236}">
                <a16:creationId xmlns:a16="http://schemas.microsoft.com/office/drawing/2014/main" id="{FE1665DB-EAAC-4A28-AB69-F73232022C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43308" y="5192066"/>
            <a:ext cx="2390611" cy="1914526"/>
          </a:xfrm>
          <a:prstGeom prst="rect">
            <a:avLst/>
          </a:prstGeom>
        </p:spPr>
      </p:pic>
      <p:pic>
        <p:nvPicPr>
          <p:cNvPr id="24" name="Picture 23">
            <a:extLst>
              <a:ext uri="{FF2B5EF4-FFF2-40B4-BE49-F238E27FC236}">
                <a16:creationId xmlns:a16="http://schemas.microsoft.com/office/drawing/2014/main" id="{5E36730B-5406-41DD-BA92-603C08BE13E4}"/>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b="28606"/>
          <a:stretch/>
        </p:blipFill>
        <p:spPr>
          <a:xfrm>
            <a:off x="5100058" y="5201588"/>
            <a:ext cx="2220540" cy="1914526"/>
          </a:xfrm>
          <a:prstGeom prst="rect">
            <a:avLst/>
          </a:prstGeom>
        </p:spPr>
      </p:pic>
      <p:pic>
        <p:nvPicPr>
          <p:cNvPr id="28" name="Picture 27">
            <a:extLst>
              <a:ext uri="{FF2B5EF4-FFF2-40B4-BE49-F238E27FC236}">
                <a16:creationId xmlns:a16="http://schemas.microsoft.com/office/drawing/2014/main" id="{189B8977-FE75-4FA3-A108-68377F795C97}"/>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19918" y="7193808"/>
            <a:ext cx="2549614" cy="3399485"/>
          </a:xfrm>
          <a:prstGeom prst="rect">
            <a:avLst/>
          </a:prstGeom>
        </p:spPr>
      </p:pic>
      <p:pic>
        <p:nvPicPr>
          <p:cNvPr id="30" name="Picture 29">
            <a:extLst>
              <a:ext uri="{FF2B5EF4-FFF2-40B4-BE49-F238E27FC236}">
                <a16:creationId xmlns:a16="http://schemas.microsoft.com/office/drawing/2014/main" id="{4BC868F4-03BC-4B9E-8061-964A51D4ACFA}"/>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294293" y="7106420"/>
            <a:ext cx="2048530" cy="2213049"/>
          </a:xfrm>
          <a:prstGeom prst="rect">
            <a:avLst/>
          </a:prstGeom>
        </p:spPr>
      </p:pic>
      <p:pic>
        <p:nvPicPr>
          <p:cNvPr id="34" name="Picture 33">
            <a:extLst>
              <a:ext uri="{FF2B5EF4-FFF2-40B4-BE49-F238E27FC236}">
                <a16:creationId xmlns:a16="http://schemas.microsoft.com/office/drawing/2014/main" id="{4080E05F-BF68-418C-8AF1-61D0C2E0A70D}"/>
              </a:ext>
            </a:extLst>
          </p:cNvPr>
          <p:cNvPicPr>
            <a:picLocks noChangeAspect="1"/>
          </p:cNvPicPr>
          <p:nvPr/>
        </p:nvPicPr>
        <p:blipFill>
          <a:blip r:embed="rId10" cstate="print">
            <a:extLst>
              <a:ext uri="{28A0092B-C50C-407E-A947-70E740481C1C}">
                <a14:useLocalDpi xmlns:a14="http://schemas.microsoft.com/office/drawing/2010/main" val="0"/>
              </a:ext>
            </a:extLst>
          </a:blip>
          <a:srcRect t="20317" b="20317"/>
          <a:stretch/>
        </p:blipFill>
        <p:spPr>
          <a:xfrm>
            <a:off x="2635990" y="7134481"/>
            <a:ext cx="2569964" cy="2184988"/>
          </a:xfrm>
          <a:prstGeom prst="rect">
            <a:avLst/>
          </a:prstGeom>
        </p:spPr>
      </p:pic>
      <p:sp>
        <p:nvSpPr>
          <p:cNvPr id="38" name="Rectangle 37">
            <a:extLst>
              <a:ext uri="{FF2B5EF4-FFF2-40B4-BE49-F238E27FC236}">
                <a16:creationId xmlns:a16="http://schemas.microsoft.com/office/drawing/2014/main" id="{B9DC059D-F2BC-43C5-97EA-8CEA5739B944}"/>
              </a:ext>
            </a:extLst>
          </p:cNvPr>
          <p:cNvSpPr/>
          <p:nvPr/>
        </p:nvSpPr>
        <p:spPr>
          <a:xfrm>
            <a:off x="28904" y="4908786"/>
            <a:ext cx="3621219" cy="27716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39" name="TextBox 38">
            <a:extLst>
              <a:ext uri="{FF2B5EF4-FFF2-40B4-BE49-F238E27FC236}">
                <a16:creationId xmlns:a16="http://schemas.microsoft.com/office/drawing/2014/main" id="{34746A98-A880-47CA-8787-3F60EE7E7889}"/>
              </a:ext>
            </a:extLst>
          </p:cNvPr>
          <p:cNvSpPr txBox="1"/>
          <p:nvPr/>
        </p:nvSpPr>
        <p:spPr>
          <a:xfrm>
            <a:off x="-58997" y="4881248"/>
            <a:ext cx="3535998" cy="369332"/>
          </a:xfrm>
          <a:prstGeom prst="rect">
            <a:avLst/>
          </a:prstGeom>
          <a:noFill/>
        </p:spPr>
        <p:txBody>
          <a:bodyPr wrap="square" rtlCol="0">
            <a:spAutoFit/>
          </a:bodyPr>
          <a:lstStyle/>
          <a:p>
            <a:pPr algn="ctr"/>
            <a:r>
              <a:rPr lang="en-US" dirty="0">
                <a:solidFill>
                  <a:schemeClr val="bg1"/>
                </a:solidFill>
              </a:rPr>
              <a:t>R</a:t>
            </a:r>
            <a:r>
              <a:rPr lang="en-ID" dirty="0">
                <a:solidFill>
                  <a:schemeClr val="bg1"/>
                </a:solidFill>
              </a:rPr>
              <a:t>SJ PROVINSI JAWA BARAT</a:t>
            </a:r>
          </a:p>
        </p:txBody>
      </p:sp>
      <p:sp>
        <p:nvSpPr>
          <p:cNvPr id="42" name="Rectangle 41">
            <a:extLst>
              <a:ext uri="{FF2B5EF4-FFF2-40B4-BE49-F238E27FC236}">
                <a16:creationId xmlns:a16="http://schemas.microsoft.com/office/drawing/2014/main" id="{FDD21137-E8EB-4EA4-BE97-AF2A0BDDDC57}"/>
              </a:ext>
            </a:extLst>
          </p:cNvPr>
          <p:cNvSpPr/>
          <p:nvPr/>
        </p:nvSpPr>
        <p:spPr>
          <a:xfrm>
            <a:off x="3764214" y="4897858"/>
            <a:ext cx="3578609" cy="27716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43" name="TextBox 42">
            <a:extLst>
              <a:ext uri="{FF2B5EF4-FFF2-40B4-BE49-F238E27FC236}">
                <a16:creationId xmlns:a16="http://schemas.microsoft.com/office/drawing/2014/main" id="{9EEA4C0A-22BF-42B1-BD7D-DB5086D0F321}"/>
              </a:ext>
            </a:extLst>
          </p:cNvPr>
          <p:cNvSpPr txBox="1"/>
          <p:nvPr/>
        </p:nvSpPr>
        <p:spPr>
          <a:xfrm>
            <a:off x="3663850" y="4881248"/>
            <a:ext cx="3535998" cy="369332"/>
          </a:xfrm>
          <a:prstGeom prst="rect">
            <a:avLst/>
          </a:prstGeom>
          <a:noFill/>
        </p:spPr>
        <p:txBody>
          <a:bodyPr wrap="square" rtlCol="0">
            <a:spAutoFit/>
          </a:bodyPr>
          <a:lstStyle/>
          <a:p>
            <a:pPr algn="ctr"/>
            <a:r>
              <a:rPr lang="en-ID" dirty="0">
                <a:solidFill>
                  <a:schemeClr val="bg1"/>
                </a:solidFill>
              </a:rPr>
              <a:t>TAMAN BALAI KOTA BANDUNG</a:t>
            </a:r>
          </a:p>
        </p:txBody>
      </p:sp>
      <p:sp>
        <p:nvSpPr>
          <p:cNvPr id="47" name="Rectangle 46">
            <a:extLst>
              <a:ext uri="{FF2B5EF4-FFF2-40B4-BE49-F238E27FC236}">
                <a16:creationId xmlns:a16="http://schemas.microsoft.com/office/drawing/2014/main" id="{0234E70B-A1D9-4D7D-B1F2-92353257396F}"/>
              </a:ext>
            </a:extLst>
          </p:cNvPr>
          <p:cNvSpPr/>
          <p:nvPr/>
        </p:nvSpPr>
        <p:spPr>
          <a:xfrm>
            <a:off x="28904" y="6839632"/>
            <a:ext cx="2552838"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48" name="Rectangle 47">
            <a:extLst>
              <a:ext uri="{FF2B5EF4-FFF2-40B4-BE49-F238E27FC236}">
                <a16:creationId xmlns:a16="http://schemas.microsoft.com/office/drawing/2014/main" id="{A6438B2D-42E0-4E82-8320-11A5A68CA708}"/>
              </a:ext>
            </a:extLst>
          </p:cNvPr>
          <p:cNvSpPr/>
          <p:nvPr/>
        </p:nvSpPr>
        <p:spPr>
          <a:xfrm>
            <a:off x="2635990" y="6839632"/>
            <a:ext cx="2397930"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49" name="Rectangle 48">
            <a:extLst>
              <a:ext uri="{FF2B5EF4-FFF2-40B4-BE49-F238E27FC236}">
                <a16:creationId xmlns:a16="http://schemas.microsoft.com/office/drawing/2014/main" id="{B7267ED5-70A3-44C3-879E-6D06B4A05A3D}"/>
              </a:ext>
            </a:extLst>
          </p:cNvPr>
          <p:cNvSpPr/>
          <p:nvPr/>
        </p:nvSpPr>
        <p:spPr>
          <a:xfrm>
            <a:off x="5100058" y="6859365"/>
            <a:ext cx="2242766"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50" name="TextBox 49">
            <a:extLst>
              <a:ext uri="{FF2B5EF4-FFF2-40B4-BE49-F238E27FC236}">
                <a16:creationId xmlns:a16="http://schemas.microsoft.com/office/drawing/2014/main" id="{5A64B43B-1CE5-499B-B5D6-AAFF0B499F25}"/>
              </a:ext>
            </a:extLst>
          </p:cNvPr>
          <p:cNvSpPr txBox="1"/>
          <p:nvPr/>
        </p:nvSpPr>
        <p:spPr>
          <a:xfrm>
            <a:off x="-271411" y="6763824"/>
            <a:ext cx="2876905" cy="646331"/>
          </a:xfrm>
          <a:prstGeom prst="rect">
            <a:avLst/>
          </a:prstGeom>
          <a:noFill/>
        </p:spPr>
        <p:txBody>
          <a:bodyPr wrap="square" rtlCol="0">
            <a:spAutoFit/>
          </a:bodyPr>
          <a:lstStyle/>
          <a:p>
            <a:pPr algn="ctr"/>
            <a:r>
              <a:rPr lang="en-ID" dirty="0">
                <a:solidFill>
                  <a:schemeClr val="bg1"/>
                </a:solidFill>
              </a:rPr>
              <a:t>   REKRUTMEN PT IMPALA	</a:t>
            </a:r>
          </a:p>
        </p:txBody>
      </p:sp>
      <p:sp>
        <p:nvSpPr>
          <p:cNvPr id="51" name="TextBox 50">
            <a:extLst>
              <a:ext uri="{FF2B5EF4-FFF2-40B4-BE49-F238E27FC236}">
                <a16:creationId xmlns:a16="http://schemas.microsoft.com/office/drawing/2014/main" id="{79F7FDC0-EF30-49D3-9CCE-887D7C43BA20}"/>
              </a:ext>
            </a:extLst>
          </p:cNvPr>
          <p:cNvSpPr txBox="1"/>
          <p:nvPr/>
        </p:nvSpPr>
        <p:spPr>
          <a:xfrm>
            <a:off x="2417388" y="6781370"/>
            <a:ext cx="2876905" cy="369332"/>
          </a:xfrm>
          <a:prstGeom prst="rect">
            <a:avLst/>
          </a:prstGeom>
          <a:noFill/>
        </p:spPr>
        <p:txBody>
          <a:bodyPr wrap="square" rtlCol="0">
            <a:spAutoFit/>
          </a:bodyPr>
          <a:lstStyle/>
          <a:p>
            <a:pPr algn="ctr"/>
            <a:r>
              <a:rPr lang="en-ID" dirty="0">
                <a:solidFill>
                  <a:schemeClr val="bg1"/>
                </a:solidFill>
              </a:rPr>
              <a:t>DPKP3</a:t>
            </a:r>
          </a:p>
        </p:txBody>
      </p:sp>
      <p:sp>
        <p:nvSpPr>
          <p:cNvPr id="52" name="TextBox 51">
            <a:extLst>
              <a:ext uri="{FF2B5EF4-FFF2-40B4-BE49-F238E27FC236}">
                <a16:creationId xmlns:a16="http://schemas.microsoft.com/office/drawing/2014/main" id="{45265C16-2E77-4ECF-A7E4-C6D641B95636}"/>
              </a:ext>
            </a:extLst>
          </p:cNvPr>
          <p:cNvSpPr txBox="1"/>
          <p:nvPr/>
        </p:nvSpPr>
        <p:spPr>
          <a:xfrm>
            <a:off x="4760900" y="6795594"/>
            <a:ext cx="2876905" cy="369332"/>
          </a:xfrm>
          <a:prstGeom prst="rect">
            <a:avLst/>
          </a:prstGeom>
          <a:noFill/>
        </p:spPr>
        <p:txBody>
          <a:bodyPr wrap="square" rtlCol="0">
            <a:spAutoFit/>
          </a:bodyPr>
          <a:lstStyle/>
          <a:p>
            <a:pPr algn="ctr"/>
            <a:r>
              <a:rPr lang="en-ID" dirty="0">
                <a:solidFill>
                  <a:schemeClr val="bg1"/>
                </a:solidFill>
              </a:rPr>
              <a:t>DPKP3</a:t>
            </a:r>
          </a:p>
        </p:txBody>
      </p:sp>
      <p:sp>
        <p:nvSpPr>
          <p:cNvPr id="6" name="Flowchart: Punched Tape 5">
            <a:extLst>
              <a:ext uri="{FF2B5EF4-FFF2-40B4-BE49-F238E27FC236}">
                <a16:creationId xmlns:a16="http://schemas.microsoft.com/office/drawing/2014/main" id="{B5397473-8A9C-4ED1-8E1B-D92DA13FFB35}"/>
              </a:ext>
            </a:extLst>
          </p:cNvPr>
          <p:cNvSpPr/>
          <p:nvPr/>
        </p:nvSpPr>
        <p:spPr>
          <a:xfrm>
            <a:off x="2717800" y="9391650"/>
            <a:ext cx="4724400" cy="1197907"/>
          </a:xfrm>
          <a:prstGeom prst="flowChartPunchedTape">
            <a:avLst/>
          </a:prstGeom>
          <a:solidFill>
            <a:srgbClr val="C00000"/>
          </a:solidFill>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a:solidFill>
                <a:srgbClr val="C00000"/>
              </a:solidFill>
            </a:endParaRPr>
          </a:p>
        </p:txBody>
      </p:sp>
      <p:sp>
        <p:nvSpPr>
          <p:cNvPr id="7" name="TextBox 6">
            <a:extLst>
              <a:ext uri="{FF2B5EF4-FFF2-40B4-BE49-F238E27FC236}">
                <a16:creationId xmlns:a16="http://schemas.microsoft.com/office/drawing/2014/main" id="{C95A67CD-ED81-4EF3-BE86-FC39013B228B}"/>
              </a:ext>
            </a:extLst>
          </p:cNvPr>
          <p:cNvSpPr txBox="1"/>
          <p:nvPr/>
        </p:nvSpPr>
        <p:spPr>
          <a:xfrm>
            <a:off x="3193530" y="9759770"/>
            <a:ext cx="4024848" cy="461665"/>
          </a:xfrm>
          <a:prstGeom prst="rect">
            <a:avLst/>
          </a:prstGeom>
          <a:noFill/>
        </p:spPr>
        <p:txBody>
          <a:bodyPr wrap="square" rtlCol="0">
            <a:spAutoFit/>
          </a:bodyPr>
          <a:lstStyle/>
          <a:p>
            <a:r>
              <a:rPr lang="en-ID" sz="2400" dirty="0">
                <a:solidFill>
                  <a:schemeClr val="bg1"/>
                </a:solidFill>
                <a:latin typeface="Verdana" panose="020B0604030504040204" pitchFamily="34" charset="0"/>
                <a:ea typeface="Verdana" panose="020B0604030504040204" pitchFamily="34" charset="0"/>
              </a:rPr>
              <a:t>PT IMPALA AKBARINDO</a:t>
            </a:r>
          </a:p>
        </p:txBody>
      </p:sp>
      <p:sp>
        <p:nvSpPr>
          <p:cNvPr id="3" name="Rectangle 2">
            <a:extLst>
              <a:ext uri="{FF2B5EF4-FFF2-40B4-BE49-F238E27FC236}">
                <a16:creationId xmlns:a16="http://schemas.microsoft.com/office/drawing/2014/main" id="{24BF9BD0-AFCC-995A-0ABD-BC19C4254518}"/>
              </a:ext>
            </a:extLst>
          </p:cNvPr>
          <p:cNvSpPr/>
          <p:nvPr/>
        </p:nvSpPr>
        <p:spPr>
          <a:xfrm>
            <a:off x="13029" y="10344845"/>
            <a:ext cx="2549613"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bg1"/>
                </a:solidFill>
              </a:rPr>
              <a:t>PELATIHAN PT IMPALA</a:t>
            </a:r>
            <a:endParaRPr lang="en-ID" b="1" dirty="0">
              <a:solidFill>
                <a:schemeClr val="bg1"/>
              </a:solidFill>
            </a:endParaRPr>
          </a:p>
        </p:txBody>
      </p:sp>
      <p:sp>
        <p:nvSpPr>
          <p:cNvPr id="5" name="Rectangle 4">
            <a:extLst>
              <a:ext uri="{FF2B5EF4-FFF2-40B4-BE49-F238E27FC236}">
                <a16:creationId xmlns:a16="http://schemas.microsoft.com/office/drawing/2014/main" id="{7D0D1B42-8ACA-091A-9F22-3150EDAA6662}"/>
              </a:ext>
            </a:extLst>
          </p:cNvPr>
          <p:cNvSpPr/>
          <p:nvPr/>
        </p:nvSpPr>
        <p:spPr>
          <a:xfrm>
            <a:off x="5294291" y="9071130"/>
            <a:ext cx="2048530"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solidFill>
                  <a:schemeClr val="bg1"/>
                </a:solidFill>
              </a:rPr>
              <a:t>PELATIHAN PT IMPALA</a:t>
            </a:r>
            <a:endParaRPr lang="en-ID" sz="1400" dirty="0">
              <a:solidFill>
                <a:schemeClr val="bg1"/>
              </a:solidFill>
            </a:endParaRPr>
          </a:p>
        </p:txBody>
      </p:sp>
      <p:sp>
        <p:nvSpPr>
          <p:cNvPr id="10" name="Rectangle 9">
            <a:extLst>
              <a:ext uri="{FF2B5EF4-FFF2-40B4-BE49-F238E27FC236}">
                <a16:creationId xmlns:a16="http://schemas.microsoft.com/office/drawing/2014/main" id="{A6D7164D-8652-72FB-ADDC-3364D20E547E}"/>
              </a:ext>
            </a:extLst>
          </p:cNvPr>
          <p:cNvSpPr/>
          <p:nvPr/>
        </p:nvSpPr>
        <p:spPr>
          <a:xfrm>
            <a:off x="2643295" y="9062720"/>
            <a:ext cx="2549613"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bg1"/>
                </a:solidFill>
              </a:rPr>
              <a:t>PELATIHAN PT IMPALA</a:t>
            </a:r>
            <a:endParaRPr lang="en-ID" b="1" dirty="0">
              <a:solidFill>
                <a:schemeClr val="bg1"/>
              </a:solidFill>
            </a:endParaRPr>
          </a:p>
        </p:txBody>
      </p:sp>
    </p:spTree>
    <p:extLst>
      <p:ext uri="{BB962C8B-B14F-4D97-AF65-F5344CB8AC3E}">
        <p14:creationId xmlns:p14="http://schemas.microsoft.com/office/powerpoint/2010/main" val="3830171858"/>
      </p:ext>
    </p:extLst>
  </p:cSld>
  <p:clrMapOvr>
    <a:masterClrMapping/>
  </p:clrMapOvr>
  <mc:AlternateContent xmlns:mc="http://schemas.openxmlformats.org/markup-compatibility/2006" xmlns:p14="http://schemas.microsoft.com/office/powerpoint/2010/main">
    <mc:Choice Requires="p14">
      <p:transition spd="slow" p14:dur="1600" advTm="7632">
        <p:blinds dir="vert"/>
      </p:transition>
    </mc:Choice>
    <mc:Fallback xmlns="">
      <p:transition spd="slow" advTm="7632">
        <p:blinds dir="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2">
            <a:extLst>
              <a:ext uri="{FF2B5EF4-FFF2-40B4-BE49-F238E27FC236}">
                <a16:creationId xmlns:a16="http://schemas.microsoft.com/office/drawing/2014/main" id="{587E12E5-FDBF-4F20-BBEB-3F964F2BE94D}"/>
              </a:ext>
            </a:extLst>
          </p:cNvPr>
          <p:cNvSpPr/>
          <p:nvPr/>
        </p:nvSpPr>
        <p:spPr>
          <a:xfrm>
            <a:off x="32618" y="24998"/>
            <a:ext cx="7569190" cy="8119491"/>
          </a:xfrm>
          <a:custGeom>
            <a:avLst/>
            <a:gdLst/>
            <a:ahLst/>
            <a:cxnLst/>
            <a:rect l="l" t="t" r="r" b="b"/>
            <a:pathLst>
              <a:path w="7569190" h="10705543">
                <a:moveTo>
                  <a:pt x="7562850" y="0"/>
                </a:moveTo>
                <a:lnTo>
                  <a:pt x="0" y="0"/>
                </a:lnTo>
                <a:lnTo>
                  <a:pt x="0" y="10696575"/>
                </a:lnTo>
                <a:lnTo>
                  <a:pt x="7562850" y="10696575"/>
                </a:lnTo>
                <a:lnTo>
                  <a:pt x="7562850" y="0"/>
                </a:lnTo>
                <a:close/>
              </a:path>
            </a:pathLst>
          </a:custGeom>
          <a:solidFill>
            <a:srgbClr val="F9FDFF"/>
          </a:solidFill>
        </p:spPr>
        <p:txBody>
          <a:bodyPr wrap="square" lIns="0" tIns="0" rIns="0" bIns="0" rtlCol="0">
            <a:noAutofit/>
          </a:bodyPr>
          <a:lstStyle/>
          <a:p>
            <a:endParaRPr/>
          </a:p>
        </p:txBody>
      </p:sp>
      <p:sp>
        <p:nvSpPr>
          <p:cNvPr id="3" name="object 4">
            <a:extLst>
              <a:ext uri="{FF2B5EF4-FFF2-40B4-BE49-F238E27FC236}">
                <a16:creationId xmlns:a16="http://schemas.microsoft.com/office/drawing/2014/main" id="{06AEBAAA-2A88-4239-BD59-8170C527090B}"/>
              </a:ext>
            </a:extLst>
          </p:cNvPr>
          <p:cNvSpPr/>
          <p:nvPr/>
        </p:nvSpPr>
        <p:spPr>
          <a:xfrm>
            <a:off x="-1665479" y="-140048"/>
            <a:ext cx="5474997" cy="1345213"/>
          </a:xfrm>
          <a:custGeom>
            <a:avLst/>
            <a:gdLst/>
            <a:ahLst/>
            <a:cxnLst/>
            <a:rect l="l" t="t" r="r" b="b"/>
            <a:pathLst>
              <a:path w="7151507" h="6196558">
                <a:moveTo>
                  <a:pt x="7151507" y="3105638"/>
                </a:moveTo>
                <a:lnTo>
                  <a:pt x="7151507" y="3090921"/>
                </a:lnTo>
                <a:lnTo>
                  <a:pt x="5754727" y="671815"/>
                </a:lnTo>
                <a:lnTo>
                  <a:pt x="2182060" y="671815"/>
                </a:lnTo>
                <a:lnTo>
                  <a:pt x="2182060" y="6196553"/>
                </a:lnTo>
                <a:lnTo>
                  <a:pt x="5366827" y="6196553"/>
                </a:lnTo>
                <a:lnTo>
                  <a:pt x="7151507" y="3105638"/>
                </a:lnTo>
                <a:close/>
              </a:path>
            </a:pathLst>
          </a:custGeom>
          <a:solidFill>
            <a:srgbClr val="9E181E"/>
          </a:solidFill>
        </p:spPr>
        <p:txBody>
          <a:bodyPr wrap="square" lIns="0" tIns="0" rIns="0" bIns="0" rtlCol="0">
            <a:noAutofit/>
          </a:bodyPr>
          <a:lstStyle/>
          <a:p>
            <a:endParaRPr dirty="0"/>
          </a:p>
        </p:txBody>
      </p:sp>
      <p:sp>
        <p:nvSpPr>
          <p:cNvPr id="4" name="object 9">
            <a:extLst>
              <a:ext uri="{FF2B5EF4-FFF2-40B4-BE49-F238E27FC236}">
                <a16:creationId xmlns:a16="http://schemas.microsoft.com/office/drawing/2014/main" id="{B5BB979E-23AF-405F-985F-78823C88A051}"/>
              </a:ext>
            </a:extLst>
          </p:cNvPr>
          <p:cNvSpPr/>
          <p:nvPr/>
        </p:nvSpPr>
        <p:spPr>
          <a:xfrm>
            <a:off x="6162178" y="22817"/>
            <a:ext cx="1007654" cy="1091838"/>
          </a:xfrm>
          <a:prstGeom prst="rect">
            <a:avLst/>
          </a:prstGeom>
          <a:blipFill>
            <a:blip r:embed="rId2" cstate="print"/>
            <a:stretch>
              <a:fillRect/>
            </a:stretch>
          </a:blipFill>
        </p:spPr>
        <p:txBody>
          <a:bodyPr wrap="square" lIns="0" tIns="0" rIns="0" bIns="0" rtlCol="0">
            <a:noAutofit/>
          </a:bodyPr>
          <a:lstStyle/>
          <a:p>
            <a:endParaRPr/>
          </a:p>
        </p:txBody>
      </p:sp>
      <p:sp>
        <p:nvSpPr>
          <p:cNvPr id="5" name="object 2">
            <a:extLst>
              <a:ext uri="{FF2B5EF4-FFF2-40B4-BE49-F238E27FC236}">
                <a16:creationId xmlns:a16="http://schemas.microsoft.com/office/drawing/2014/main" id="{698E70F4-2BFD-47A2-AE8D-58489492DB8F}"/>
              </a:ext>
            </a:extLst>
          </p:cNvPr>
          <p:cNvSpPr txBox="1"/>
          <p:nvPr/>
        </p:nvSpPr>
        <p:spPr>
          <a:xfrm>
            <a:off x="148840" y="173001"/>
            <a:ext cx="2202743" cy="814216"/>
          </a:xfrm>
          <a:prstGeom prst="rect">
            <a:avLst/>
          </a:prstGeom>
        </p:spPr>
        <p:txBody>
          <a:bodyPr wrap="square" lIns="0" tIns="0" rIns="0" bIns="0" rtlCol="0">
            <a:noAutofit/>
          </a:bodyPr>
          <a:lstStyle/>
          <a:p>
            <a:pPr marL="12700" marR="33953">
              <a:lnSpc>
                <a:spcPts val="1895"/>
              </a:lnSpc>
              <a:spcBef>
                <a:spcPts val="94"/>
              </a:spcBef>
            </a:pPr>
            <a:r>
              <a:rPr sz="1800" b="1" spc="0" dirty="0">
                <a:solidFill>
                  <a:srgbClr val="F9FDFF"/>
                </a:solidFill>
                <a:latin typeface="Times New Roman"/>
                <a:cs typeface="Times New Roman"/>
              </a:rPr>
              <a:t>FOTO</a:t>
            </a:r>
            <a:r>
              <a:rPr sz="1800" b="1" spc="37" dirty="0">
                <a:solidFill>
                  <a:srgbClr val="F9FDFF"/>
                </a:solidFill>
                <a:latin typeface="Times New Roman"/>
                <a:cs typeface="Times New Roman"/>
              </a:rPr>
              <a:t> </a:t>
            </a:r>
            <a:r>
              <a:rPr sz="1800" b="1" spc="0" dirty="0">
                <a:solidFill>
                  <a:srgbClr val="F9FDFF"/>
                </a:solidFill>
                <a:latin typeface="Times New Roman"/>
                <a:cs typeface="Times New Roman"/>
              </a:rPr>
              <a:t>KEGIATAN</a:t>
            </a:r>
            <a:endParaRPr sz="1800" dirty="0">
              <a:latin typeface="Times New Roman"/>
              <a:cs typeface="Times New Roman"/>
            </a:endParaRPr>
          </a:p>
          <a:p>
            <a:pPr marL="12700">
              <a:lnSpc>
                <a:spcPct val="95825"/>
              </a:lnSpc>
              <a:spcBef>
                <a:spcPts val="320"/>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Kebersihan</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dan</a:t>
            </a:r>
            <a:endParaRPr sz="1550" dirty="0">
              <a:latin typeface="Times New Roman"/>
              <a:cs typeface="Times New Roman"/>
            </a:endParaRPr>
          </a:p>
          <a:p>
            <a:pPr marL="12700" marR="33953">
              <a:lnSpc>
                <a:spcPct val="95825"/>
              </a:lnSpc>
              <a:spcBef>
                <a:spcPts val="415"/>
              </a:spcBef>
            </a:pPr>
            <a:r>
              <a:rPr sz="1550" dirty="0">
                <a:solidFill>
                  <a:srgbClr val="F9FDFF"/>
                </a:solidFill>
                <a:latin typeface="Times New Roman"/>
                <a:cs typeface="Times New Roman"/>
              </a:rPr>
              <a:t>Tenaga</a:t>
            </a:r>
            <a:r>
              <a:rPr sz="1550" spc="4" dirty="0">
                <a:solidFill>
                  <a:srgbClr val="F9FDFF"/>
                </a:solidFill>
                <a:latin typeface="Times New Roman"/>
                <a:cs typeface="Times New Roman"/>
              </a:rPr>
              <a:t> </a:t>
            </a:r>
            <a:r>
              <a:rPr sz="1550" spc="0" dirty="0">
                <a:solidFill>
                  <a:srgbClr val="F9FDFF"/>
                </a:solidFill>
                <a:latin typeface="Times New Roman"/>
                <a:cs typeface="Times New Roman"/>
              </a:rPr>
              <a:t>Keamanan</a:t>
            </a:r>
            <a:endParaRPr sz="1550" dirty="0">
              <a:latin typeface="Times New Roman"/>
              <a:cs typeface="Times New Roman"/>
            </a:endParaRPr>
          </a:p>
        </p:txBody>
      </p:sp>
      <p:pic>
        <p:nvPicPr>
          <p:cNvPr id="6" name="Picture 5">
            <a:extLst>
              <a:ext uri="{FF2B5EF4-FFF2-40B4-BE49-F238E27FC236}">
                <a16:creationId xmlns:a16="http://schemas.microsoft.com/office/drawing/2014/main" id="{B03B68A7-45E6-411F-A6E7-83D486ECE8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374161"/>
            <a:ext cx="3621219" cy="2520000"/>
          </a:xfrm>
          <a:prstGeom prst="rect">
            <a:avLst/>
          </a:prstGeom>
        </p:spPr>
      </p:pic>
      <p:pic>
        <p:nvPicPr>
          <p:cNvPr id="7" name="Picture 6">
            <a:extLst>
              <a:ext uri="{FF2B5EF4-FFF2-40B4-BE49-F238E27FC236}">
                <a16:creationId xmlns:a16="http://schemas.microsoft.com/office/drawing/2014/main" id="{0DE8CEA5-B6BD-4A72-BA7A-C52EFA458B7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5663"/>
          <a:stretch/>
        </p:blipFill>
        <p:spPr>
          <a:xfrm>
            <a:off x="3663850" y="1441921"/>
            <a:ext cx="3535998" cy="2452240"/>
          </a:xfrm>
          <a:prstGeom prst="rect">
            <a:avLst/>
          </a:prstGeom>
        </p:spPr>
      </p:pic>
      <p:pic>
        <p:nvPicPr>
          <p:cNvPr id="8" name="Picture 7">
            <a:extLst>
              <a:ext uri="{FF2B5EF4-FFF2-40B4-BE49-F238E27FC236}">
                <a16:creationId xmlns:a16="http://schemas.microsoft.com/office/drawing/2014/main" id="{9063261A-7677-4D98-88BB-1EA8C3BBF28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060" y="3934691"/>
            <a:ext cx="2565400" cy="1901723"/>
          </a:xfrm>
          <a:prstGeom prst="rect">
            <a:avLst/>
          </a:prstGeom>
        </p:spPr>
      </p:pic>
      <p:pic>
        <p:nvPicPr>
          <p:cNvPr id="9" name="Picture 8">
            <a:extLst>
              <a:ext uri="{FF2B5EF4-FFF2-40B4-BE49-F238E27FC236}">
                <a16:creationId xmlns:a16="http://schemas.microsoft.com/office/drawing/2014/main" id="{B54AFD91-3D61-497D-B899-417B740B75B8}"/>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614213" y="3965009"/>
            <a:ext cx="2390611" cy="1871405"/>
          </a:xfrm>
          <a:prstGeom prst="rect">
            <a:avLst/>
          </a:prstGeom>
        </p:spPr>
      </p:pic>
      <p:pic>
        <p:nvPicPr>
          <p:cNvPr id="10" name="Picture 9">
            <a:extLst>
              <a:ext uri="{FF2B5EF4-FFF2-40B4-BE49-F238E27FC236}">
                <a16:creationId xmlns:a16="http://schemas.microsoft.com/office/drawing/2014/main" id="{30E4917D-5A4E-4410-A938-C3437B342AA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4544" t="-2440" r="10216" b="2440"/>
          <a:stretch/>
        </p:blipFill>
        <p:spPr>
          <a:xfrm>
            <a:off x="5032241" y="3925316"/>
            <a:ext cx="2178651" cy="1914526"/>
          </a:xfrm>
          <a:prstGeom prst="rect">
            <a:avLst/>
          </a:prstGeom>
        </p:spPr>
      </p:pic>
      <p:pic>
        <p:nvPicPr>
          <p:cNvPr id="11" name="Picture 10">
            <a:extLst>
              <a:ext uri="{FF2B5EF4-FFF2-40B4-BE49-F238E27FC236}">
                <a16:creationId xmlns:a16="http://schemas.microsoft.com/office/drawing/2014/main" id="{CE24064B-7286-412E-B7FD-FCD89878256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7338" y="5881701"/>
            <a:ext cx="2549614" cy="2606469"/>
          </a:xfrm>
          <a:prstGeom prst="rect">
            <a:avLst/>
          </a:prstGeom>
        </p:spPr>
      </p:pic>
      <p:pic>
        <p:nvPicPr>
          <p:cNvPr id="12" name="Picture 11">
            <a:extLst>
              <a:ext uri="{FF2B5EF4-FFF2-40B4-BE49-F238E27FC236}">
                <a16:creationId xmlns:a16="http://schemas.microsoft.com/office/drawing/2014/main" id="{60CA4930-7C1A-43A0-843D-39434170952D}"/>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004829" y="5865768"/>
            <a:ext cx="2227896" cy="2633582"/>
          </a:xfrm>
          <a:prstGeom prst="rect">
            <a:avLst/>
          </a:prstGeom>
        </p:spPr>
      </p:pic>
      <p:pic>
        <p:nvPicPr>
          <p:cNvPr id="13" name="Picture 12">
            <a:extLst>
              <a:ext uri="{FF2B5EF4-FFF2-40B4-BE49-F238E27FC236}">
                <a16:creationId xmlns:a16="http://schemas.microsoft.com/office/drawing/2014/main" id="{FE4828C5-5A24-4B9C-96B5-BB191E532F14}"/>
              </a:ext>
            </a:extLst>
          </p:cNvPr>
          <p:cNvPicPr>
            <a:picLocks noChangeAspect="1"/>
          </p:cNvPicPr>
          <p:nvPr/>
        </p:nvPicPr>
        <p:blipFill>
          <a:blip r:embed="rId10" cstate="print">
            <a:extLst>
              <a:ext uri="{28A0092B-C50C-407E-A947-70E740481C1C}">
                <a14:useLocalDpi xmlns:a14="http://schemas.microsoft.com/office/drawing/2010/main" val="0"/>
              </a:ext>
            </a:extLst>
          </a:blip>
          <a:srcRect t="11665" b="11665"/>
          <a:stretch/>
        </p:blipFill>
        <p:spPr>
          <a:xfrm>
            <a:off x="2565399" y="5867191"/>
            <a:ext cx="2454141" cy="2621683"/>
          </a:xfrm>
          <a:prstGeom prst="rect">
            <a:avLst/>
          </a:prstGeom>
        </p:spPr>
      </p:pic>
      <p:sp>
        <p:nvSpPr>
          <p:cNvPr id="15" name="Rectangle 14">
            <a:extLst>
              <a:ext uri="{FF2B5EF4-FFF2-40B4-BE49-F238E27FC236}">
                <a16:creationId xmlns:a16="http://schemas.microsoft.com/office/drawing/2014/main" id="{C61199D5-D4AB-4A5D-8A86-0EC5D4F6B069}"/>
              </a:ext>
            </a:extLst>
          </p:cNvPr>
          <p:cNvSpPr/>
          <p:nvPr/>
        </p:nvSpPr>
        <p:spPr>
          <a:xfrm>
            <a:off x="-1" y="3621590"/>
            <a:ext cx="3621219" cy="27716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16" name="TextBox 15">
            <a:extLst>
              <a:ext uri="{FF2B5EF4-FFF2-40B4-BE49-F238E27FC236}">
                <a16:creationId xmlns:a16="http://schemas.microsoft.com/office/drawing/2014/main" id="{D662A20A-225A-4DBB-8D39-04A0D7D0E7AB}"/>
              </a:ext>
            </a:extLst>
          </p:cNvPr>
          <p:cNvSpPr txBox="1"/>
          <p:nvPr/>
        </p:nvSpPr>
        <p:spPr>
          <a:xfrm>
            <a:off x="95491" y="3596064"/>
            <a:ext cx="3535998" cy="369332"/>
          </a:xfrm>
          <a:prstGeom prst="rect">
            <a:avLst/>
          </a:prstGeom>
          <a:noFill/>
        </p:spPr>
        <p:txBody>
          <a:bodyPr wrap="square" rtlCol="0">
            <a:spAutoFit/>
          </a:bodyPr>
          <a:lstStyle/>
          <a:p>
            <a:pPr algn="ctr"/>
            <a:r>
              <a:rPr lang="en-ID" dirty="0">
                <a:solidFill>
                  <a:schemeClr val="bg1"/>
                </a:solidFill>
              </a:rPr>
              <a:t>GEDUNG KEUANGAN NEGARA</a:t>
            </a:r>
          </a:p>
        </p:txBody>
      </p:sp>
      <p:sp>
        <p:nvSpPr>
          <p:cNvPr id="17" name="Rectangle 16">
            <a:extLst>
              <a:ext uri="{FF2B5EF4-FFF2-40B4-BE49-F238E27FC236}">
                <a16:creationId xmlns:a16="http://schemas.microsoft.com/office/drawing/2014/main" id="{16B3C088-B656-46BE-B428-F590AF989EDF}"/>
              </a:ext>
            </a:extLst>
          </p:cNvPr>
          <p:cNvSpPr/>
          <p:nvPr/>
        </p:nvSpPr>
        <p:spPr>
          <a:xfrm>
            <a:off x="3663871" y="3602379"/>
            <a:ext cx="3535978" cy="277165"/>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18" name="TextBox 17">
            <a:extLst>
              <a:ext uri="{FF2B5EF4-FFF2-40B4-BE49-F238E27FC236}">
                <a16:creationId xmlns:a16="http://schemas.microsoft.com/office/drawing/2014/main" id="{6B80E8B7-B06A-4A94-B40A-2D6D943E7FA1}"/>
              </a:ext>
            </a:extLst>
          </p:cNvPr>
          <p:cNvSpPr txBox="1"/>
          <p:nvPr/>
        </p:nvSpPr>
        <p:spPr>
          <a:xfrm>
            <a:off x="3642276" y="3588600"/>
            <a:ext cx="3535998" cy="369332"/>
          </a:xfrm>
          <a:prstGeom prst="rect">
            <a:avLst/>
          </a:prstGeom>
          <a:noFill/>
        </p:spPr>
        <p:txBody>
          <a:bodyPr wrap="square" rtlCol="0">
            <a:spAutoFit/>
          </a:bodyPr>
          <a:lstStyle/>
          <a:p>
            <a:pPr algn="ctr"/>
            <a:r>
              <a:rPr lang="en-ID" dirty="0">
                <a:solidFill>
                  <a:schemeClr val="bg1"/>
                </a:solidFill>
              </a:rPr>
              <a:t>GEDUNG KEUANGAN NEGARA</a:t>
            </a:r>
          </a:p>
        </p:txBody>
      </p:sp>
      <p:sp>
        <p:nvSpPr>
          <p:cNvPr id="19" name="Rectangle 18">
            <a:extLst>
              <a:ext uri="{FF2B5EF4-FFF2-40B4-BE49-F238E27FC236}">
                <a16:creationId xmlns:a16="http://schemas.microsoft.com/office/drawing/2014/main" id="{5A5C6B1A-DD96-4152-861D-C610EBE9A4D5}"/>
              </a:ext>
            </a:extLst>
          </p:cNvPr>
          <p:cNvSpPr/>
          <p:nvPr/>
        </p:nvSpPr>
        <p:spPr>
          <a:xfrm>
            <a:off x="19918" y="5582689"/>
            <a:ext cx="2552838"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20" name="Rectangle 19">
            <a:extLst>
              <a:ext uri="{FF2B5EF4-FFF2-40B4-BE49-F238E27FC236}">
                <a16:creationId xmlns:a16="http://schemas.microsoft.com/office/drawing/2014/main" id="{752772BD-D522-4722-8B83-150674D00FA0}"/>
              </a:ext>
            </a:extLst>
          </p:cNvPr>
          <p:cNvSpPr/>
          <p:nvPr/>
        </p:nvSpPr>
        <p:spPr>
          <a:xfrm>
            <a:off x="2596697" y="5572372"/>
            <a:ext cx="2397930"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21" name="Rectangle 20">
            <a:extLst>
              <a:ext uri="{FF2B5EF4-FFF2-40B4-BE49-F238E27FC236}">
                <a16:creationId xmlns:a16="http://schemas.microsoft.com/office/drawing/2014/main" id="{CC7D1F24-F373-481C-80D5-66F530EAC441}"/>
              </a:ext>
            </a:extLst>
          </p:cNvPr>
          <p:cNvSpPr/>
          <p:nvPr/>
        </p:nvSpPr>
        <p:spPr>
          <a:xfrm>
            <a:off x="5019541" y="5572372"/>
            <a:ext cx="2220540" cy="25674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23" name="TextBox 22">
            <a:extLst>
              <a:ext uri="{FF2B5EF4-FFF2-40B4-BE49-F238E27FC236}">
                <a16:creationId xmlns:a16="http://schemas.microsoft.com/office/drawing/2014/main" id="{A37B8989-F6AC-41DB-8631-854C80D7E679}"/>
              </a:ext>
            </a:extLst>
          </p:cNvPr>
          <p:cNvSpPr txBox="1"/>
          <p:nvPr/>
        </p:nvSpPr>
        <p:spPr>
          <a:xfrm>
            <a:off x="4597711" y="5528193"/>
            <a:ext cx="2730084" cy="369332"/>
          </a:xfrm>
          <a:prstGeom prst="rect">
            <a:avLst/>
          </a:prstGeom>
          <a:noFill/>
        </p:spPr>
        <p:txBody>
          <a:bodyPr wrap="square" rtlCol="0">
            <a:spAutoFit/>
          </a:bodyPr>
          <a:lstStyle/>
          <a:p>
            <a:pPr algn="ctr"/>
            <a:r>
              <a:rPr lang="en-ID" dirty="0">
                <a:solidFill>
                  <a:schemeClr val="bg1"/>
                </a:solidFill>
              </a:rPr>
              <a:t>DPKP3</a:t>
            </a:r>
          </a:p>
        </p:txBody>
      </p:sp>
      <p:sp>
        <p:nvSpPr>
          <p:cNvPr id="24" name="TextBox 23">
            <a:extLst>
              <a:ext uri="{FF2B5EF4-FFF2-40B4-BE49-F238E27FC236}">
                <a16:creationId xmlns:a16="http://schemas.microsoft.com/office/drawing/2014/main" id="{766816B5-A81F-4CDE-909E-34FB5F71ED0F}"/>
              </a:ext>
            </a:extLst>
          </p:cNvPr>
          <p:cNvSpPr txBox="1"/>
          <p:nvPr/>
        </p:nvSpPr>
        <p:spPr>
          <a:xfrm>
            <a:off x="2329049" y="5506075"/>
            <a:ext cx="2876905" cy="369332"/>
          </a:xfrm>
          <a:prstGeom prst="rect">
            <a:avLst/>
          </a:prstGeom>
          <a:noFill/>
        </p:spPr>
        <p:txBody>
          <a:bodyPr wrap="square" rtlCol="0">
            <a:spAutoFit/>
          </a:bodyPr>
          <a:lstStyle/>
          <a:p>
            <a:pPr algn="ctr"/>
            <a:r>
              <a:rPr lang="en-ID" dirty="0">
                <a:solidFill>
                  <a:schemeClr val="bg1"/>
                </a:solidFill>
              </a:rPr>
              <a:t>PT IMPALA AKBARINDO</a:t>
            </a:r>
          </a:p>
        </p:txBody>
      </p:sp>
      <p:sp>
        <p:nvSpPr>
          <p:cNvPr id="26" name="TextBox 25">
            <a:extLst>
              <a:ext uri="{FF2B5EF4-FFF2-40B4-BE49-F238E27FC236}">
                <a16:creationId xmlns:a16="http://schemas.microsoft.com/office/drawing/2014/main" id="{7E3A456F-C82D-4C14-B935-89828DA53BAC}"/>
              </a:ext>
            </a:extLst>
          </p:cNvPr>
          <p:cNvSpPr txBox="1"/>
          <p:nvPr/>
        </p:nvSpPr>
        <p:spPr>
          <a:xfrm>
            <a:off x="681665" y="10157458"/>
            <a:ext cx="2876905" cy="369332"/>
          </a:xfrm>
          <a:prstGeom prst="rect">
            <a:avLst/>
          </a:prstGeom>
          <a:noFill/>
        </p:spPr>
        <p:txBody>
          <a:bodyPr wrap="square" rtlCol="0">
            <a:spAutoFit/>
          </a:bodyPr>
          <a:lstStyle/>
          <a:p>
            <a:pPr algn="ctr"/>
            <a:r>
              <a:rPr lang="en-ID" dirty="0">
                <a:solidFill>
                  <a:schemeClr val="bg1"/>
                </a:solidFill>
              </a:rPr>
              <a:t>DISTARU</a:t>
            </a:r>
          </a:p>
        </p:txBody>
      </p:sp>
      <p:sp>
        <p:nvSpPr>
          <p:cNvPr id="30" name="Rectangle 29">
            <a:extLst>
              <a:ext uri="{FF2B5EF4-FFF2-40B4-BE49-F238E27FC236}">
                <a16:creationId xmlns:a16="http://schemas.microsoft.com/office/drawing/2014/main" id="{BD3FDD07-C678-48BF-9CAB-CBB30E95B14F}"/>
              </a:ext>
            </a:extLst>
          </p:cNvPr>
          <p:cNvSpPr/>
          <p:nvPr/>
        </p:nvSpPr>
        <p:spPr>
          <a:xfrm>
            <a:off x="5012185" y="8255330"/>
            <a:ext cx="2187663" cy="241839"/>
          </a:xfrm>
          <a:prstGeom prst="rect">
            <a:avLst/>
          </a:prstGeom>
          <a:solidFill>
            <a:srgbClr val="C0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31" name="TextBox 30">
            <a:extLst>
              <a:ext uri="{FF2B5EF4-FFF2-40B4-BE49-F238E27FC236}">
                <a16:creationId xmlns:a16="http://schemas.microsoft.com/office/drawing/2014/main" id="{878081DD-97DC-4061-B0A5-062874049E4D}"/>
              </a:ext>
            </a:extLst>
          </p:cNvPr>
          <p:cNvSpPr txBox="1"/>
          <p:nvPr/>
        </p:nvSpPr>
        <p:spPr>
          <a:xfrm>
            <a:off x="5468880" y="8230421"/>
            <a:ext cx="1817032" cy="307777"/>
          </a:xfrm>
          <a:prstGeom prst="rect">
            <a:avLst/>
          </a:prstGeom>
          <a:noFill/>
        </p:spPr>
        <p:txBody>
          <a:bodyPr wrap="square" rtlCol="0">
            <a:spAutoFit/>
          </a:bodyPr>
          <a:lstStyle/>
          <a:p>
            <a:r>
              <a:rPr lang="en-ID" sz="1400" dirty="0">
                <a:solidFill>
                  <a:schemeClr val="bg1"/>
                </a:solidFill>
              </a:rPr>
              <a:t>BAPELITBANG</a:t>
            </a:r>
          </a:p>
        </p:txBody>
      </p:sp>
      <p:sp>
        <p:nvSpPr>
          <p:cNvPr id="32" name="Rectangle 31">
            <a:extLst>
              <a:ext uri="{FF2B5EF4-FFF2-40B4-BE49-F238E27FC236}">
                <a16:creationId xmlns:a16="http://schemas.microsoft.com/office/drawing/2014/main" id="{B1587BE1-EB30-48DC-917C-7E3C9374B012}"/>
              </a:ext>
            </a:extLst>
          </p:cNvPr>
          <p:cNvSpPr/>
          <p:nvPr/>
        </p:nvSpPr>
        <p:spPr>
          <a:xfrm>
            <a:off x="2602276" y="8243592"/>
            <a:ext cx="2389723" cy="241839"/>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TextBox 35">
            <a:extLst>
              <a:ext uri="{FF2B5EF4-FFF2-40B4-BE49-F238E27FC236}">
                <a16:creationId xmlns:a16="http://schemas.microsoft.com/office/drawing/2014/main" id="{DAAF2F7D-32A2-4A8F-A4E2-EFDB220AF01A}"/>
              </a:ext>
            </a:extLst>
          </p:cNvPr>
          <p:cNvSpPr txBox="1"/>
          <p:nvPr/>
        </p:nvSpPr>
        <p:spPr>
          <a:xfrm>
            <a:off x="3055129" y="8207477"/>
            <a:ext cx="1817032" cy="307777"/>
          </a:xfrm>
          <a:prstGeom prst="rect">
            <a:avLst/>
          </a:prstGeom>
          <a:noFill/>
        </p:spPr>
        <p:txBody>
          <a:bodyPr wrap="square" rtlCol="0">
            <a:spAutoFit/>
          </a:bodyPr>
          <a:lstStyle/>
          <a:p>
            <a:r>
              <a:rPr lang="en-ID" sz="1400" dirty="0">
                <a:solidFill>
                  <a:schemeClr val="bg1"/>
                </a:solidFill>
              </a:rPr>
              <a:t>BAPELITBANG</a:t>
            </a:r>
          </a:p>
        </p:txBody>
      </p:sp>
      <p:sp>
        <p:nvSpPr>
          <p:cNvPr id="37" name="Rectangle 36">
            <a:extLst>
              <a:ext uri="{FF2B5EF4-FFF2-40B4-BE49-F238E27FC236}">
                <a16:creationId xmlns:a16="http://schemas.microsoft.com/office/drawing/2014/main" id="{5984B0F0-BBD6-40C9-8B80-1837BB24BFF0}"/>
              </a:ext>
            </a:extLst>
          </p:cNvPr>
          <p:cNvSpPr/>
          <p:nvPr/>
        </p:nvSpPr>
        <p:spPr>
          <a:xfrm>
            <a:off x="19919" y="8243904"/>
            <a:ext cx="2544453" cy="24083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TextBox 37">
            <a:extLst>
              <a:ext uri="{FF2B5EF4-FFF2-40B4-BE49-F238E27FC236}">
                <a16:creationId xmlns:a16="http://schemas.microsoft.com/office/drawing/2014/main" id="{47EF95F0-CF6E-4420-9257-66ABE6A8D47B}"/>
              </a:ext>
            </a:extLst>
          </p:cNvPr>
          <p:cNvSpPr txBox="1"/>
          <p:nvPr/>
        </p:nvSpPr>
        <p:spPr>
          <a:xfrm>
            <a:off x="-104082" y="8230421"/>
            <a:ext cx="2708588" cy="276999"/>
          </a:xfrm>
          <a:prstGeom prst="rect">
            <a:avLst/>
          </a:prstGeom>
          <a:noFill/>
        </p:spPr>
        <p:txBody>
          <a:bodyPr wrap="square" rtlCol="0">
            <a:spAutoFit/>
          </a:bodyPr>
          <a:lstStyle/>
          <a:p>
            <a:pPr algn="ctr"/>
            <a:r>
              <a:rPr lang="en-ID" sz="1200" dirty="0">
                <a:solidFill>
                  <a:schemeClr val="bg1"/>
                </a:solidFill>
              </a:rPr>
              <a:t>UNIVERSITAS PENDIDIKAN INDONESIA</a:t>
            </a:r>
          </a:p>
        </p:txBody>
      </p:sp>
      <p:pic>
        <p:nvPicPr>
          <p:cNvPr id="39" name="Picture 38">
            <a:extLst>
              <a:ext uri="{FF2B5EF4-FFF2-40B4-BE49-F238E27FC236}">
                <a16:creationId xmlns:a16="http://schemas.microsoft.com/office/drawing/2014/main" id="{851441BA-76BD-4C14-9D5F-B35BB5EDF565}"/>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a:off x="32618" y="8533457"/>
            <a:ext cx="2518722" cy="2172643"/>
          </a:xfrm>
          <a:prstGeom prst="rect">
            <a:avLst/>
          </a:prstGeom>
        </p:spPr>
      </p:pic>
      <p:pic>
        <p:nvPicPr>
          <p:cNvPr id="41" name="Picture 40">
            <a:extLst>
              <a:ext uri="{FF2B5EF4-FFF2-40B4-BE49-F238E27FC236}">
                <a16:creationId xmlns:a16="http://schemas.microsoft.com/office/drawing/2014/main" id="{091B1715-9E37-4D62-A84F-514B40A5F246}"/>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p:blipFill>
        <p:spPr>
          <a:xfrm>
            <a:off x="2614213" y="8567129"/>
            <a:ext cx="4564061" cy="2166987"/>
          </a:xfrm>
          <a:prstGeom prst="rect">
            <a:avLst/>
          </a:prstGeom>
        </p:spPr>
      </p:pic>
      <p:sp>
        <p:nvSpPr>
          <p:cNvPr id="42" name="Rectangle 41">
            <a:extLst>
              <a:ext uri="{FF2B5EF4-FFF2-40B4-BE49-F238E27FC236}">
                <a16:creationId xmlns:a16="http://schemas.microsoft.com/office/drawing/2014/main" id="{4F2EE0C6-FE64-4E9F-8CF1-9ABC50BF1B96}"/>
              </a:ext>
            </a:extLst>
          </p:cNvPr>
          <p:cNvSpPr/>
          <p:nvPr/>
        </p:nvSpPr>
        <p:spPr>
          <a:xfrm>
            <a:off x="64054" y="10449997"/>
            <a:ext cx="2468881" cy="241839"/>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3" name="TextBox 42">
            <a:extLst>
              <a:ext uri="{FF2B5EF4-FFF2-40B4-BE49-F238E27FC236}">
                <a16:creationId xmlns:a16="http://schemas.microsoft.com/office/drawing/2014/main" id="{77D1B5CB-38E0-4927-9084-C6986D47F3ED}"/>
              </a:ext>
            </a:extLst>
          </p:cNvPr>
          <p:cNvSpPr txBox="1"/>
          <p:nvPr/>
        </p:nvSpPr>
        <p:spPr>
          <a:xfrm>
            <a:off x="705330" y="10426339"/>
            <a:ext cx="1817032" cy="307777"/>
          </a:xfrm>
          <a:prstGeom prst="rect">
            <a:avLst/>
          </a:prstGeom>
          <a:noFill/>
        </p:spPr>
        <p:txBody>
          <a:bodyPr wrap="square" rtlCol="0">
            <a:spAutoFit/>
          </a:bodyPr>
          <a:lstStyle/>
          <a:p>
            <a:r>
              <a:rPr lang="en-ID" sz="1400" dirty="0">
                <a:solidFill>
                  <a:schemeClr val="bg1"/>
                </a:solidFill>
              </a:rPr>
              <a:t>BAPELITBANG</a:t>
            </a:r>
          </a:p>
        </p:txBody>
      </p:sp>
      <p:sp>
        <p:nvSpPr>
          <p:cNvPr id="44" name="Rectangle 43">
            <a:extLst>
              <a:ext uri="{FF2B5EF4-FFF2-40B4-BE49-F238E27FC236}">
                <a16:creationId xmlns:a16="http://schemas.microsoft.com/office/drawing/2014/main" id="{E830DE5A-72D6-410C-89FD-01BC1DEE073A}"/>
              </a:ext>
            </a:extLst>
          </p:cNvPr>
          <p:cNvSpPr/>
          <p:nvPr/>
        </p:nvSpPr>
        <p:spPr>
          <a:xfrm>
            <a:off x="2583355" y="10458450"/>
            <a:ext cx="4586477" cy="265663"/>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5" name="TextBox 44">
            <a:extLst>
              <a:ext uri="{FF2B5EF4-FFF2-40B4-BE49-F238E27FC236}">
                <a16:creationId xmlns:a16="http://schemas.microsoft.com/office/drawing/2014/main" id="{E73EF2FD-E285-46C5-9DB1-0D7E55B84D1F}"/>
              </a:ext>
            </a:extLst>
          </p:cNvPr>
          <p:cNvSpPr txBox="1"/>
          <p:nvPr/>
        </p:nvSpPr>
        <p:spPr>
          <a:xfrm>
            <a:off x="3205647" y="10452944"/>
            <a:ext cx="3658223" cy="307777"/>
          </a:xfrm>
          <a:prstGeom prst="rect">
            <a:avLst/>
          </a:prstGeom>
          <a:noFill/>
        </p:spPr>
        <p:txBody>
          <a:bodyPr wrap="square" rtlCol="0">
            <a:spAutoFit/>
          </a:bodyPr>
          <a:lstStyle/>
          <a:p>
            <a:r>
              <a:rPr lang="en-ID" sz="1400" dirty="0">
                <a:solidFill>
                  <a:schemeClr val="bg1"/>
                </a:solidFill>
              </a:rPr>
              <a:t>DRIVER DISDUCAPIL KOTA BANDUNG</a:t>
            </a:r>
          </a:p>
        </p:txBody>
      </p:sp>
      <p:sp>
        <p:nvSpPr>
          <p:cNvPr id="46" name="TextBox 45">
            <a:extLst>
              <a:ext uri="{FF2B5EF4-FFF2-40B4-BE49-F238E27FC236}">
                <a16:creationId xmlns:a16="http://schemas.microsoft.com/office/drawing/2014/main" id="{959BF038-C906-47F8-A2C2-2C7463B8BAC7}"/>
              </a:ext>
            </a:extLst>
          </p:cNvPr>
          <p:cNvSpPr txBox="1"/>
          <p:nvPr/>
        </p:nvSpPr>
        <p:spPr>
          <a:xfrm>
            <a:off x="-126026" y="5544199"/>
            <a:ext cx="2876905" cy="369332"/>
          </a:xfrm>
          <a:prstGeom prst="rect">
            <a:avLst/>
          </a:prstGeom>
          <a:noFill/>
        </p:spPr>
        <p:txBody>
          <a:bodyPr wrap="square" rtlCol="0">
            <a:spAutoFit/>
          </a:bodyPr>
          <a:lstStyle/>
          <a:p>
            <a:pPr algn="ctr"/>
            <a:r>
              <a:rPr lang="en-ID" dirty="0">
                <a:solidFill>
                  <a:schemeClr val="bg1"/>
                </a:solidFill>
              </a:rPr>
              <a:t>STPB BANDUNG</a:t>
            </a:r>
          </a:p>
        </p:txBody>
      </p:sp>
    </p:spTree>
    <p:extLst>
      <p:ext uri="{BB962C8B-B14F-4D97-AF65-F5344CB8AC3E}">
        <p14:creationId xmlns:p14="http://schemas.microsoft.com/office/powerpoint/2010/main" val="1834020063"/>
      </p:ext>
    </p:extLst>
  </p:cSld>
  <p:clrMapOvr>
    <a:masterClrMapping/>
  </p:clrMapOvr>
  <mc:AlternateContent xmlns:mc="http://schemas.openxmlformats.org/markup-compatibility/2006" xmlns:p14="http://schemas.microsoft.com/office/powerpoint/2010/main">
    <mc:Choice Requires="p14">
      <p:transition spd="slow" p14:dur="1600" advTm="10611">
        <p:blinds dir="vert"/>
      </p:transition>
    </mc:Choice>
    <mc:Fallback xmlns="">
      <p:transition spd="slow" advTm="10611">
        <p:blinds dir="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p:nvPr/>
        </p:nvSpPr>
        <p:spPr>
          <a:xfrm>
            <a:off x="3902415" y="-410239"/>
            <a:ext cx="3660671" cy="3660579"/>
          </a:xfrm>
          <a:custGeom>
            <a:avLst/>
            <a:gdLst/>
            <a:ahLst/>
            <a:cxnLst/>
            <a:rect l="l" t="t" r="r" b="b"/>
            <a:pathLst>
              <a:path w="3660671" h="3660579">
                <a:moveTo>
                  <a:pt x="1980350" y="3654501"/>
                </a:moveTo>
                <a:lnTo>
                  <a:pt x="2126944" y="3636582"/>
                </a:lnTo>
                <a:lnTo>
                  <a:pt x="2269765" y="3607298"/>
                </a:lnTo>
                <a:lnTo>
                  <a:pt x="2408339" y="3567123"/>
                </a:lnTo>
                <a:lnTo>
                  <a:pt x="2542191" y="3516532"/>
                </a:lnTo>
                <a:lnTo>
                  <a:pt x="2670847" y="3455999"/>
                </a:lnTo>
                <a:lnTo>
                  <a:pt x="2793833" y="3385999"/>
                </a:lnTo>
                <a:lnTo>
                  <a:pt x="2910673" y="3307006"/>
                </a:lnTo>
                <a:lnTo>
                  <a:pt x="3020894" y="3219496"/>
                </a:lnTo>
                <a:lnTo>
                  <a:pt x="3124020" y="3123943"/>
                </a:lnTo>
                <a:lnTo>
                  <a:pt x="3219576" y="3020821"/>
                </a:lnTo>
                <a:lnTo>
                  <a:pt x="3307089" y="2910605"/>
                </a:lnTo>
                <a:lnTo>
                  <a:pt x="3386084" y="2793771"/>
                </a:lnTo>
                <a:lnTo>
                  <a:pt x="3456086" y="2670791"/>
                </a:lnTo>
                <a:lnTo>
                  <a:pt x="3516621" y="2542142"/>
                </a:lnTo>
                <a:lnTo>
                  <a:pt x="3567213" y="2408297"/>
                </a:lnTo>
                <a:lnTo>
                  <a:pt x="3607389" y="2269732"/>
                </a:lnTo>
                <a:lnTo>
                  <a:pt x="3636674" y="2126921"/>
                </a:lnTo>
                <a:lnTo>
                  <a:pt x="3654592" y="1980338"/>
                </a:lnTo>
                <a:lnTo>
                  <a:pt x="3660434" y="1836293"/>
                </a:lnTo>
                <a:lnTo>
                  <a:pt x="3660434" y="1824624"/>
                </a:lnTo>
                <a:lnTo>
                  <a:pt x="3654592" y="1680551"/>
                </a:lnTo>
                <a:lnTo>
                  <a:pt x="3636673" y="1533941"/>
                </a:lnTo>
                <a:lnTo>
                  <a:pt x="3607388" y="1391103"/>
                </a:lnTo>
                <a:lnTo>
                  <a:pt x="3567212" y="1252511"/>
                </a:lnTo>
                <a:lnTo>
                  <a:pt x="3516619" y="1118642"/>
                </a:lnTo>
                <a:lnTo>
                  <a:pt x="3456084" y="989969"/>
                </a:lnTo>
                <a:lnTo>
                  <a:pt x="3386082" y="866966"/>
                </a:lnTo>
                <a:lnTo>
                  <a:pt x="3307087" y="750110"/>
                </a:lnTo>
                <a:lnTo>
                  <a:pt x="3219573" y="639874"/>
                </a:lnTo>
                <a:lnTo>
                  <a:pt x="3124016" y="536733"/>
                </a:lnTo>
                <a:lnTo>
                  <a:pt x="3020890" y="441163"/>
                </a:lnTo>
                <a:lnTo>
                  <a:pt x="2981948" y="410239"/>
                </a:lnTo>
                <a:lnTo>
                  <a:pt x="2666056" y="410239"/>
                </a:lnTo>
                <a:lnTo>
                  <a:pt x="2698451" y="428680"/>
                </a:lnTo>
                <a:lnTo>
                  <a:pt x="2803725" y="499864"/>
                </a:lnTo>
                <a:lnTo>
                  <a:pt x="2903034" y="578723"/>
                </a:lnTo>
                <a:lnTo>
                  <a:pt x="2995952" y="664830"/>
                </a:lnTo>
                <a:lnTo>
                  <a:pt x="3082050" y="757758"/>
                </a:lnTo>
                <a:lnTo>
                  <a:pt x="3160901" y="857079"/>
                </a:lnTo>
                <a:lnTo>
                  <a:pt x="3232077" y="962364"/>
                </a:lnTo>
                <a:lnTo>
                  <a:pt x="3295150" y="1073187"/>
                </a:lnTo>
                <a:lnTo>
                  <a:pt x="3349693" y="1189118"/>
                </a:lnTo>
                <a:lnTo>
                  <a:pt x="3395278" y="1309732"/>
                </a:lnTo>
                <a:lnTo>
                  <a:pt x="3431477" y="1434600"/>
                </a:lnTo>
                <a:lnTo>
                  <a:pt x="3457862" y="1563294"/>
                </a:lnTo>
                <a:lnTo>
                  <a:pt x="3474007" y="1695386"/>
                </a:lnTo>
                <a:lnTo>
                  <a:pt x="3479482" y="1830450"/>
                </a:lnTo>
                <a:lnTo>
                  <a:pt x="3474006" y="1965494"/>
                </a:lnTo>
                <a:lnTo>
                  <a:pt x="3457860" y="2097567"/>
                </a:lnTo>
                <a:lnTo>
                  <a:pt x="3431474" y="2226242"/>
                </a:lnTo>
                <a:lnTo>
                  <a:pt x="3395274" y="2351091"/>
                </a:lnTo>
                <a:lnTo>
                  <a:pt x="3349689" y="2471686"/>
                </a:lnTo>
                <a:lnTo>
                  <a:pt x="3295146" y="2587599"/>
                </a:lnTo>
                <a:lnTo>
                  <a:pt x="3232073" y="2698404"/>
                </a:lnTo>
                <a:lnTo>
                  <a:pt x="3160897" y="2803672"/>
                </a:lnTo>
                <a:lnTo>
                  <a:pt x="3082047" y="2902976"/>
                </a:lnTo>
                <a:lnTo>
                  <a:pt x="2995949" y="2995888"/>
                </a:lnTo>
                <a:lnTo>
                  <a:pt x="2903031" y="3081981"/>
                </a:lnTo>
                <a:lnTo>
                  <a:pt x="2803722" y="3160827"/>
                </a:lnTo>
                <a:lnTo>
                  <a:pt x="2698448" y="3231998"/>
                </a:lnTo>
                <a:lnTo>
                  <a:pt x="2587638" y="3295067"/>
                </a:lnTo>
                <a:lnTo>
                  <a:pt x="2471719" y="3349607"/>
                </a:lnTo>
                <a:lnTo>
                  <a:pt x="2351119" y="3395189"/>
                </a:lnTo>
                <a:lnTo>
                  <a:pt x="2226265" y="3431386"/>
                </a:lnTo>
                <a:lnTo>
                  <a:pt x="2097585" y="3457770"/>
                </a:lnTo>
                <a:lnTo>
                  <a:pt x="1965508" y="3473914"/>
                </a:lnTo>
                <a:lnTo>
                  <a:pt x="1830459" y="3479391"/>
                </a:lnTo>
                <a:lnTo>
                  <a:pt x="1695394" y="3473914"/>
                </a:lnTo>
                <a:lnTo>
                  <a:pt x="1563301" y="3457770"/>
                </a:lnTo>
                <a:lnTo>
                  <a:pt x="1434605" y="3431386"/>
                </a:lnTo>
                <a:lnTo>
                  <a:pt x="1309737" y="3395189"/>
                </a:lnTo>
                <a:lnTo>
                  <a:pt x="1189122" y="3349608"/>
                </a:lnTo>
                <a:lnTo>
                  <a:pt x="1073190" y="3295069"/>
                </a:lnTo>
                <a:lnTo>
                  <a:pt x="962367" y="3232000"/>
                </a:lnTo>
                <a:lnTo>
                  <a:pt x="857081" y="3160829"/>
                </a:lnTo>
                <a:lnTo>
                  <a:pt x="757760" y="3081984"/>
                </a:lnTo>
                <a:lnTo>
                  <a:pt x="664832" y="2995891"/>
                </a:lnTo>
                <a:lnTo>
                  <a:pt x="578724" y="2902979"/>
                </a:lnTo>
                <a:lnTo>
                  <a:pt x="499864" y="2803676"/>
                </a:lnTo>
                <a:lnTo>
                  <a:pt x="428680" y="2698408"/>
                </a:lnTo>
                <a:lnTo>
                  <a:pt x="365600" y="2587603"/>
                </a:lnTo>
                <a:lnTo>
                  <a:pt x="311051" y="2471689"/>
                </a:lnTo>
                <a:lnTo>
                  <a:pt x="265460" y="2351094"/>
                </a:lnTo>
                <a:lnTo>
                  <a:pt x="229257" y="2226245"/>
                </a:lnTo>
                <a:lnTo>
                  <a:pt x="202868" y="2097570"/>
                </a:lnTo>
                <a:lnTo>
                  <a:pt x="186720" y="1965495"/>
                </a:lnTo>
                <a:lnTo>
                  <a:pt x="181243" y="1830450"/>
                </a:lnTo>
                <a:lnTo>
                  <a:pt x="186720" y="1695386"/>
                </a:lnTo>
                <a:lnTo>
                  <a:pt x="202868" y="1563294"/>
                </a:lnTo>
                <a:lnTo>
                  <a:pt x="204615" y="989969"/>
                </a:lnTo>
                <a:lnTo>
                  <a:pt x="144072" y="1118642"/>
                </a:lnTo>
                <a:lnTo>
                  <a:pt x="93471" y="1252511"/>
                </a:lnTo>
                <a:lnTo>
                  <a:pt x="53290" y="1391103"/>
                </a:lnTo>
                <a:lnTo>
                  <a:pt x="24000" y="1533941"/>
                </a:lnTo>
                <a:lnTo>
                  <a:pt x="6079" y="1680551"/>
                </a:lnTo>
                <a:lnTo>
                  <a:pt x="0" y="1830459"/>
                </a:lnTo>
                <a:lnTo>
                  <a:pt x="6079" y="1980338"/>
                </a:lnTo>
                <a:lnTo>
                  <a:pt x="24000" y="2126921"/>
                </a:lnTo>
                <a:lnTo>
                  <a:pt x="53290" y="2269732"/>
                </a:lnTo>
                <a:lnTo>
                  <a:pt x="93471" y="2408297"/>
                </a:lnTo>
                <a:lnTo>
                  <a:pt x="144072" y="2542142"/>
                </a:lnTo>
                <a:lnTo>
                  <a:pt x="204615" y="2670791"/>
                </a:lnTo>
                <a:lnTo>
                  <a:pt x="274627" y="2793771"/>
                </a:lnTo>
                <a:lnTo>
                  <a:pt x="353634" y="2910605"/>
                </a:lnTo>
                <a:lnTo>
                  <a:pt x="441159" y="3020821"/>
                </a:lnTo>
                <a:lnTo>
                  <a:pt x="536730" y="3123943"/>
                </a:lnTo>
                <a:lnTo>
                  <a:pt x="639870" y="3219496"/>
                </a:lnTo>
                <a:lnTo>
                  <a:pt x="750106" y="3307006"/>
                </a:lnTo>
                <a:lnTo>
                  <a:pt x="866962" y="3385999"/>
                </a:lnTo>
                <a:lnTo>
                  <a:pt x="989964" y="3455999"/>
                </a:lnTo>
                <a:lnTo>
                  <a:pt x="1118638" y="3516532"/>
                </a:lnTo>
                <a:lnTo>
                  <a:pt x="1252508" y="3567123"/>
                </a:lnTo>
                <a:lnTo>
                  <a:pt x="1391100" y="3607298"/>
                </a:lnTo>
                <a:lnTo>
                  <a:pt x="1533939" y="3636582"/>
                </a:lnTo>
                <a:lnTo>
                  <a:pt x="1680550" y="3654501"/>
                </a:lnTo>
                <a:lnTo>
                  <a:pt x="1830459" y="3660579"/>
                </a:lnTo>
                <a:lnTo>
                  <a:pt x="1980350" y="3654501"/>
                </a:lnTo>
                <a:close/>
              </a:path>
              <a:path w="3660671" h="3660579">
                <a:moveTo>
                  <a:pt x="311051" y="1189118"/>
                </a:moveTo>
                <a:lnTo>
                  <a:pt x="365600" y="1073187"/>
                </a:lnTo>
                <a:lnTo>
                  <a:pt x="428680" y="962364"/>
                </a:lnTo>
                <a:lnTo>
                  <a:pt x="499864" y="857079"/>
                </a:lnTo>
                <a:lnTo>
                  <a:pt x="578724" y="757758"/>
                </a:lnTo>
                <a:lnTo>
                  <a:pt x="664832" y="664830"/>
                </a:lnTo>
                <a:lnTo>
                  <a:pt x="757760" y="578723"/>
                </a:lnTo>
                <a:lnTo>
                  <a:pt x="857081" y="499864"/>
                </a:lnTo>
                <a:lnTo>
                  <a:pt x="962367" y="428680"/>
                </a:lnTo>
                <a:lnTo>
                  <a:pt x="994765" y="410239"/>
                </a:lnTo>
                <a:lnTo>
                  <a:pt x="678817" y="410239"/>
                </a:lnTo>
                <a:lnTo>
                  <a:pt x="639870" y="441163"/>
                </a:lnTo>
                <a:lnTo>
                  <a:pt x="536730" y="536733"/>
                </a:lnTo>
                <a:lnTo>
                  <a:pt x="441159" y="639874"/>
                </a:lnTo>
                <a:lnTo>
                  <a:pt x="353634" y="750110"/>
                </a:lnTo>
                <a:lnTo>
                  <a:pt x="274627" y="866966"/>
                </a:lnTo>
                <a:lnTo>
                  <a:pt x="265460" y="1309732"/>
                </a:lnTo>
                <a:lnTo>
                  <a:pt x="311051" y="1189118"/>
                </a:lnTo>
                <a:close/>
              </a:path>
              <a:path w="3660671" h="3660579">
                <a:moveTo>
                  <a:pt x="229257" y="1434600"/>
                </a:moveTo>
                <a:lnTo>
                  <a:pt x="265460" y="1309732"/>
                </a:lnTo>
                <a:lnTo>
                  <a:pt x="274627" y="866966"/>
                </a:lnTo>
                <a:lnTo>
                  <a:pt x="204615" y="989969"/>
                </a:lnTo>
                <a:lnTo>
                  <a:pt x="202868" y="1563294"/>
                </a:lnTo>
                <a:lnTo>
                  <a:pt x="229257" y="1434600"/>
                </a:lnTo>
                <a:close/>
              </a:path>
            </a:pathLst>
          </a:custGeom>
          <a:solidFill>
            <a:srgbClr val="E3E3E3"/>
          </a:solidFill>
        </p:spPr>
        <p:txBody>
          <a:bodyPr wrap="square" lIns="0" tIns="0" rIns="0" bIns="0" rtlCol="0">
            <a:noAutofit/>
          </a:bodyPr>
          <a:lstStyle/>
          <a:p>
            <a:endParaRPr/>
          </a:p>
        </p:txBody>
      </p:sp>
      <p:sp>
        <p:nvSpPr>
          <p:cNvPr id="10" name="object 10"/>
          <p:cNvSpPr/>
          <p:nvPr/>
        </p:nvSpPr>
        <p:spPr>
          <a:xfrm>
            <a:off x="4397980" y="632352"/>
            <a:ext cx="257892" cy="1147992"/>
          </a:xfrm>
          <a:custGeom>
            <a:avLst/>
            <a:gdLst/>
            <a:ahLst/>
            <a:cxnLst/>
            <a:rect l="l" t="t" r="r" b="b"/>
            <a:pathLst>
              <a:path w="257892" h="1147992">
                <a:moveTo>
                  <a:pt x="214836" y="510944"/>
                </a:moveTo>
                <a:lnTo>
                  <a:pt x="196378" y="600965"/>
                </a:lnTo>
                <a:lnTo>
                  <a:pt x="200276" y="85218"/>
                </a:lnTo>
                <a:lnTo>
                  <a:pt x="257892" y="0"/>
                </a:lnTo>
                <a:lnTo>
                  <a:pt x="240159" y="423600"/>
                </a:lnTo>
                <a:lnTo>
                  <a:pt x="214836" y="510944"/>
                </a:lnTo>
                <a:close/>
              </a:path>
              <a:path w="257892" h="1147992">
                <a:moveTo>
                  <a:pt x="310204" y="258136"/>
                </a:moveTo>
                <a:lnTo>
                  <a:pt x="272048" y="339231"/>
                </a:lnTo>
                <a:lnTo>
                  <a:pt x="240159" y="423600"/>
                </a:lnTo>
                <a:lnTo>
                  <a:pt x="257892" y="0"/>
                </a:lnTo>
                <a:lnTo>
                  <a:pt x="321720" y="-80390"/>
                </a:lnTo>
                <a:lnTo>
                  <a:pt x="391415" y="-155606"/>
                </a:lnTo>
                <a:lnTo>
                  <a:pt x="466630" y="-225302"/>
                </a:lnTo>
                <a:lnTo>
                  <a:pt x="547018" y="-289132"/>
                </a:lnTo>
                <a:lnTo>
                  <a:pt x="632235" y="-346748"/>
                </a:lnTo>
                <a:lnTo>
                  <a:pt x="721932" y="-397806"/>
                </a:lnTo>
                <a:lnTo>
                  <a:pt x="815765" y="-441959"/>
                </a:lnTo>
                <a:lnTo>
                  <a:pt x="913387" y="-478860"/>
                </a:lnTo>
                <a:lnTo>
                  <a:pt x="1014451" y="-508163"/>
                </a:lnTo>
                <a:lnTo>
                  <a:pt x="1118612" y="-529523"/>
                </a:lnTo>
                <a:lnTo>
                  <a:pt x="1225523" y="-542593"/>
                </a:lnTo>
                <a:lnTo>
                  <a:pt x="1334838" y="-547026"/>
                </a:lnTo>
                <a:lnTo>
                  <a:pt x="1444150" y="-542593"/>
                </a:lnTo>
                <a:lnTo>
                  <a:pt x="1551057" y="-529523"/>
                </a:lnTo>
                <a:lnTo>
                  <a:pt x="1655212" y="-508163"/>
                </a:lnTo>
                <a:lnTo>
                  <a:pt x="1756270" y="-478860"/>
                </a:lnTo>
                <a:lnTo>
                  <a:pt x="1853884" y="-441959"/>
                </a:lnTo>
                <a:lnTo>
                  <a:pt x="1947709" y="-397806"/>
                </a:lnTo>
                <a:lnTo>
                  <a:pt x="2037398" y="-346748"/>
                </a:lnTo>
                <a:lnTo>
                  <a:pt x="2122605" y="-289132"/>
                </a:lnTo>
                <a:lnTo>
                  <a:pt x="2202985" y="-225302"/>
                </a:lnTo>
                <a:lnTo>
                  <a:pt x="2278191" y="-155606"/>
                </a:lnTo>
                <a:lnTo>
                  <a:pt x="2347877" y="-80390"/>
                </a:lnTo>
                <a:lnTo>
                  <a:pt x="2411697" y="0"/>
                </a:lnTo>
                <a:lnTo>
                  <a:pt x="2469304" y="85218"/>
                </a:lnTo>
                <a:lnTo>
                  <a:pt x="2520354" y="174918"/>
                </a:lnTo>
                <a:lnTo>
                  <a:pt x="2564499" y="268754"/>
                </a:lnTo>
                <a:lnTo>
                  <a:pt x="2601394" y="366379"/>
                </a:lnTo>
                <a:lnTo>
                  <a:pt x="2630693" y="467447"/>
                </a:lnTo>
                <a:lnTo>
                  <a:pt x="2652049" y="571612"/>
                </a:lnTo>
                <a:lnTo>
                  <a:pt x="2665116" y="678528"/>
                </a:lnTo>
                <a:lnTo>
                  <a:pt x="2669549" y="787848"/>
                </a:lnTo>
                <a:lnTo>
                  <a:pt x="2665115" y="897152"/>
                </a:lnTo>
                <a:lnTo>
                  <a:pt x="2652047" y="1004050"/>
                </a:lnTo>
                <a:lnTo>
                  <a:pt x="2630690" y="1108197"/>
                </a:lnTo>
                <a:lnTo>
                  <a:pt x="2601391" y="1209246"/>
                </a:lnTo>
                <a:lnTo>
                  <a:pt x="2564497" y="1306852"/>
                </a:lnTo>
                <a:lnTo>
                  <a:pt x="2520352" y="1400669"/>
                </a:lnTo>
                <a:lnTo>
                  <a:pt x="2469302" y="1490350"/>
                </a:lnTo>
                <a:lnTo>
                  <a:pt x="2411695" y="1575550"/>
                </a:lnTo>
                <a:lnTo>
                  <a:pt x="2347876" y="1655922"/>
                </a:lnTo>
                <a:lnTo>
                  <a:pt x="2278191" y="1731121"/>
                </a:lnTo>
                <a:lnTo>
                  <a:pt x="2202986" y="1800800"/>
                </a:lnTo>
                <a:lnTo>
                  <a:pt x="2122607" y="1864613"/>
                </a:lnTo>
                <a:lnTo>
                  <a:pt x="2037400" y="1922216"/>
                </a:lnTo>
                <a:lnTo>
                  <a:pt x="1947711" y="1973260"/>
                </a:lnTo>
                <a:lnTo>
                  <a:pt x="1853886" y="2017401"/>
                </a:lnTo>
                <a:lnTo>
                  <a:pt x="1756272" y="2054292"/>
                </a:lnTo>
                <a:lnTo>
                  <a:pt x="1655214" y="2083587"/>
                </a:lnTo>
                <a:lnTo>
                  <a:pt x="1551059" y="2104941"/>
                </a:lnTo>
                <a:lnTo>
                  <a:pt x="1444151" y="2118007"/>
                </a:lnTo>
                <a:lnTo>
                  <a:pt x="1334838" y="2122439"/>
                </a:lnTo>
                <a:lnTo>
                  <a:pt x="1225523" y="2118007"/>
                </a:lnTo>
                <a:lnTo>
                  <a:pt x="1118612" y="2104941"/>
                </a:lnTo>
                <a:lnTo>
                  <a:pt x="1014451" y="2083587"/>
                </a:lnTo>
                <a:lnTo>
                  <a:pt x="913387" y="2054292"/>
                </a:lnTo>
                <a:lnTo>
                  <a:pt x="815765" y="2017401"/>
                </a:lnTo>
                <a:lnTo>
                  <a:pt x="721932" y="1973260"/>
                </a:lnTo>
                <a:lnTo>
                  <a:pt x="632235" y="1922216"/>
                </a:lnTo>
                <a:lnTo>
                  <a:pt x="547018" y="1864613"/>
                </a:lnTo>
                <a:lnTo>
                  <a:pt x="466630" y="1800800"/>
                </a:lnTo>
                <a:lnTo>
                  <a:pt x="391415" y="1731121"/>
                </a:lnTo>
                <a:lnTo>
                  <a:pt x="321720" y="1655922"/>
                </a:lnTo>
                <a:lnTo>
                  <a:pt x="257892" y="1575550"/>
                </a:lnTo>
                <a:lnTo>
                  <a:pt x="200276" y="1490350"/>
                </a:lnTo>
                <a:lnTo>
                  <a:pt x="149219" y="1400669"/>
                </a:lnTo>
                <a:lnTo>
                  <a:pt x="105066" y="1306852"/>
                </a:lnTo>
                <a:lnTo>
                  <a:pt x="68166" y="1209246"/>
                </a:lnTo>
                <a:lnTo>
                  <a:pt x="38862" y="1108197"/>
                </a:lnTo>
                <a:lnTo>
                  <a:pt x="17503" y="1004050"/>
                </a:lnTo>
                <a:lnTo>
                  <a:pt x="4433" y="897152"/>
                </a:lnTo>
                <a:lnTo>
                  <a:pt x="0" y="787848"/>
                </a:lnTo>
                <a:lnTo>
                  <a:pt x="4433" y="678528"/>
                </a:lnTo>
                <a:lnTo>
                  <a:pt x="17503" y="571612"/>
                </a:lnTo>
                <a:lnTo>
                  <a:pt x="38862" y="467447"/>
                </a:lnTo>
                <a:lnTo>
                  <a:pt x="68166" y="366379"/>
                </a:lnTo>
                <a:lnTo>
                  <a:pt x="105066" y="268754"/>
                </a:lnTo>
                <a:lnTo>
                  <a:pt x="149219" y="174918"/>
                </a:lnTo>
                <a:lnTo>
                  <a:pt x="200276" y="85218"/>
                </a:lnTo>
                <a:lnTo>
                  <a:pt x="196378" y="600965"/>
                </a:lnTo>
                <a:lnTo>
                  <a:pt x="185083" y="693363"/>
                </a:lnTo>
                <a:lnTo>
                  <a:pt x="181252" y="787839"/>
                </a:lnTo>
                <a:lnTo>
                  <a:pt x="185083" y="882299"/>
                </a:lnTo>
                <a:lnTo>
                  <a:pt x="196378" y="974681"/>
                </a:lnTo>
                <a:lnTo>
                  <a:pt x="214837" y="1064686"/>
                </a:lnTo>
                <a:lnTo>
                  <a:pt x="240160" y="1152015"/>
                </a:lnTo>
                <a:lnTo>
                  <a:pt x="272049" y="1236369"/>
                </a:lnTo>
                <a:lnTo>
                  <a:pt x="310205" y="1317448"/>
                </a:lnTo>
                <a:lnTo>
                  <a:pt x="354329" y="1394955"/>
                </a:lnTo>
                <a:lnTo>
                  <a:pt x="404120" y="1468588"/>
                </a:lnTo>
                <a:lnTo>
                  <a:pt x="459280" y="1538050"/>
                </a:lnTo>
                <a:lnTo>
                  <a:pt x="519511" y="1603042"/>
                </a:lnTo>
                <a:lnTo>
                  <a:pt x="584512" y="1663263"/>
                </a:lnTo>
                <a:lnTo>
                  <a:pt x="653984" y="1718416"/>
                </a:lnTo>
                <a:lnTo>
                  <a:pt x="727629" y="1768200"/>
                </a:lnTo>
                <a:lnTo>
                  <a:pt x="805147" y="1812316"/>
                </a:lnTo>
                <a:lnTo>
                  <a:pt x="886239" y="1850467"/>
                </a:lnTo>
                <a:lnTo>
                  <a:pt x="970606" y="1882351"/>
                </a:lnTo>
                <a:lnTo>
                  <a:pt x="1057949" y="1907671"/>
                </a:lnTo>
                <a:lnTo>
                  <a:pt x="1147968" y="1926127"/>
                </a:lnTo>
                <a:lnTo>
                  <a:pt x="1240364" y="1937420"/>
                </a:lnTo>
                <a:lnTo>
                  <a:pt x="1334838" y="1941251"/>
                </a:lnTo>
                <a:lnTo>
                  <a:pt x="1429307" y="1937420"/>
                </a:lnTo>
                <a:lnTo>
                  <a:pt x="1521698" y="1926127"/>
                </a:lnTo>
                <a:lnTo>
                  <a:pt x="1611712" y="1907671"/>
                </a:lnTo>
                <a:lnTo>
                  <a:pt x="1699050" y="1882351"/>
                </a:lnTo>
                <a:lnTo>
                  <a:pt x="1783412" y="1850467"/>
                </a:lnTo>
                <a:lnTo>
                  <a:pt x="1864499" y="1812316"/>
                </a:lnTo>
                <a:lnTo>
                  <a:pt x="1942013" y="1768200"/>
                </a:lnTo>
                <a:lnTo>
                  <a:pt x="2015654" y="1718416"/>
                </a:lnTo>
                <a:lnTo>
                  <a:pt x="2085123" y="1663263"/>
                </a:lnTo>
                <a:lnTo>
                  <a:pt x="2150120" y="1603042"/>
                </a:lnTo>
                <a:lnTo>
                  <a:pt x="2210347" y="1538050"/>
                </a:lnTo>
                <a:lnTo>
                  <a:pt x="2265505" y="1468588"/>
                </a:lnTo>
                <a:lnTo>
                  <a:pt x="2315293" y="1394955"/>
                </a:lnTo>
                <a:lnTo>
                  <a:pt x="2359414" y="1317448"/>
                </a:lnTo>
                <a:lnTo>
                  <a:pt x="2397568" y="1236369"/>
                </a:lnTo>
                <a:lnTo>
                  <a:pt x="2429455" y="1152015"/>
                </a:lnTo>
                <a:lnTo>
                  <a:pt x="2454778" y="1064686"/>
                </a:lnTo>
                <a:lnTo>
                  <a:pt x="2473235" y="974681"/>
                </a:lnTo>
                <a:lnTo>
                  <a:pt x="2484529" y="882299"/>
                </a:lnTo>
                <a:lnTo>
                  <a:pt x="2488360" y="787839"/>
                </a:lnTo>
                <a:lnTo>
                  <a:pt x="2484529" y="693363"/>
                </a:lnTo>
                <a:lnTo>
                  <a:pt x="2473235" y="600965"/>
                </a:lnTo>
                <a:lnTo>
                  <a:pt x="2454777" y="510944"/>
                </a:lnTo>
                <a:lnTo>
                  <a:pt x="2429455" y="423600"/>
                </a:lnTo>
                <a:lnTo>
                  <a:pt x="2397567" y="339231"/>
                </a:lnTo>
                <a:lnTo>
                  <a:pt x="2359412" y="258136"/>
                </a:lnTo>
                <a:lnTo>
                  <a:pt x="2315291" y="180616"/>
                </a:lnTo>
                <a:lnTo>
                  <a:pt x="2265502" y="106968"/>
                </a:lnTo>
                <a:lnTo>
                  <a:pt x="2210344" y="37493"/>
                </a:lnTo>
                <a:lnTo>
                  <a:pt x="2150117" y="-27509"/>
                </a:lnTo>
                <a:lnTo>
                  <a:pt x="2085119" y="-87742"/>
                </a:lnTo>
                <a:lnTo>
                  <a:pt x="2015650" y="-142905"/>
                </a:lnTo>
                <a:lnTo>
                  <a:pt x="1942009" y="-192698"/>
                </a:lnTo>
                <a:lnTo>
                  <a:pt x="1864495" y="-236823"/>
                </a:lnTo>
                <a:lnTo>
                  <a:pt x="1783408" y="-274981"/>
                </a:lnTo>
                <a:lnTo>
                  <a:pt x="1699046" y="-306872"/>
                </a:lnTo>
                <a:lnTo>
                  <a:pt x="1611709" y="-332196"/>
                </a:lnTo>
                <a:lnTo>
                  <a:pt x="1521696" y="-350656"/>
                </a:lnTo>
                <a:lnTo>
                  <a:pt x="1429306" y="-361951"/>
                </a:lnTo>
                <a:lnTo>
                  <a:pt x="1334838" y="-365783"/>
                </a:lnTo>
                <a:lnTo>
                  <a:pt x="1240363" y="-361951"/>
                </a:lnTo>
                <a:lnTo>
                  <a:pt x="1147965" y="-350656"/>
                </a:lnTo>
                <a:lnTo>
                  <a:pt x="1057946" y="-332196"/>
                </a:lnTo>
                <a:lnTo>
                  <a:pt x="970603" y="-306872"/>
                </a:lnTo>
                <a:lnTo>
                  <a:pt x="886235" y="-274981"/>
                </a:lnTo>
                <a:lnTo>
                  <a:pt x="805143" y="-236823"/>
                </a:lnTo>
                <a:lnTo>
                  <a:pt x="727625" y="-192698"/>
                </a:lnTo>
                <a:lnTo>
                  <a:pt x="653980" y="-142905"/>
                </a:lnTo>
                <a:lnTo>
                  <a:pt x="584508" y="-87742"/>
                </a:lnTo>
                <a:lnTo>
                  <a:pt x="519507" y="-27509"/>
                </a:lnTo>
                <a:lnTo>
                  <a:pt x="459277" y="37493"/>
                </a:lnTo>
                <a:lnTo>
                  <a:pt x="404117" y="106968"/>
                </a:lnTo>
                <a:lnTo>
                  <a:pt x="354326" y="180616"/>
                </a:lnTo>
                <a:lnTo>
                  <a:pt x="310204" y="258136"/>
                </a:lnTo>
                <a:close/>
              </a:path>
            </a:pathLst>
          </a:custGeom>
          <a:solidFill>
            <a:srgbClr val="E3E3E3"/>
          </a:solidFill>
        </p:spPr>
        <p:txBody>
          <a:bodyPr wrap="square" lIns="0" tIns="0" rIns="0" bIns="0" rtlCol="0">
            <a:noAutofit/>
          </a:bodyPr>
          <a:lstStyle/>
          <a:p>
            <a:endParaRPr dirty="0"/>
          </a:p>
        </p:txBody>
      </p:sp>
      <p:sp>
        <p:nvSpPr>
          <p:cNvPr id="11" name="object 11"/>
          <p:cNvSpPr/>
          <p:nvPr/>
        </p:nvSpPr>
        <p:spPr>
          <a:xfrm>
            <a:off x="4879377" y="566722"/>
            <a:ext cx="1706747" cy="1706664"/>
          </a:xfrm>
          <a:custGeom>
            <a:avLst/>
            <a:gdLst/>
            <a:ahLst/>
            <a:cxnLst/>
            <a:rect l="l" t="t" r="r" b="b"/>
            <a:pathLst>
              <a:path w="1706747" h="1706664">
                <a:moveTo>
                  <a:pt x="24846" y="1058231"/>
                </a:moveTo>
                <a:lnTo>
                  <a:pt x="11190" y="991649"/>
                </a:lnTo>
                <a:lnTo>
                  <a:pt x="2834" y="923310"/>
                </a:lnTo>
                <a:lnTo>
                  <a:pt x="0" y="853433"/>
                </a:lnTo>
                <a:lnTo>
                  <a:pt x="2834" y="783540"/>
                </a:lnTo>
                <a:lnTo>
                  <a:pt x="11190" y="715184"/>
                </a:lnTo>
                <a:lnTo>
                  <a:pt x="24846" y="648587"/>
                </a:lnTo>
                <a:lnTo>
                  <a:pt x="43581" y="583970"/>
                </a:lnTo>
                <a:lnTo>
                  <a:pt x="67173" y="521555"/>
                </a:lnTo>
                <a:lnTo>
                  <a:pt x="95402" y="461562"/>
                </a:lnTo>
                <a:lnTo>
                  <a:pt x="128045" y="404213"/>
                </a:lnTo>
                <a:lnTo>
                  <a:pt x="164882" y="349730"/>
                </a:lnTo>
                <a:lnTo>
                  <a:pt x="205691" y="298334"/>
                </a:lnTo>
                <a:lnTo>
                  <a:pt x="200822" y="692096"/>
                </a:lnTo>
                <a:lnTo>
                  <a:pt x="190066" y="744550"/>
                </a:lnTo>
                <a:lnTo>
                  <a:pt x="183485" y="798391"/>
                </a:lnTo>
                <a:lnTo>
                  <a:pt x="181252" y="853442"/>
                </a:lnTo>
                <a:lnTo>
                  <a:pt x="183485" y="908476"/>
                </a:lnTo>
                <a:lnTo>
                  <a:pt x="190066" y="962300"/>
                </a:lnTo>
                <a:lnTo>
                  <a:pt x="200822" y="1014740"/>
                </a:lnTo>
                <a:lnTo>
                  <a:pt x="215578" y="1065621"/>
                </a:lnTo>
                <a:lnTo>
                  <a:pt x="234160" y="1114769"/>
                </a:lnTo>
                <a:lnTo>
                  <a:pt x="256394" y="1162010"/>
                </a:lnTo>
                <a:lnTo>
                  <a:pt x="282105" y="1207168"/>
                </a:lnTo>
                <a:lnTo>
                  <a:pt x="311118" y="1250071"/>
                </a:lnTo>
                <a:lnTo>
                  <a:pt x="343260" y="1290544"/>
                </a:lnTo>
                <a:lnTo>
                  <a:pt x="378357" y="1328411"/>
                </a:lnTo>
                <a:lnTo>
                  <a:pt x="416233" y="1363500"/>
                </a:lnTo>
                <a:lnTo>
                  <a:pt x="456714" y="1395635"/>
                </a:lnTo>
                <a:lnTo>
                  <a:pt x="499627" y="1424643"/>
                </a:lnTo>
                <a:lnTo>
                  <a:pt x="544796" y="1450349"/>
                </a:lnTo>
                <a:lnTo>
                  <a:pt x="592048" y="1472578"/>
                </a:lnTo>
                <a:lnTo>
                  <a:pt x="641208" y="1491156"/>
                </a:lnTo>
                <a:lnTo>
                  <a:pt x="692102" y="1505910"/>
                </a:lnTo>
                <a:lnTo>
                  <a:pt x="744555" y="1516663"/>
                </a:lnTo>
                <a:lnTo>
                  <a:pt x="798393" y="1523244"/>
                </a:lnTo>
                <a:lnTo>
                  <a:pt x="853442" y="1525476"/>
                </a:lnTo>
                <a:lnTo>
                  <a:pt x="908480" y="1523244"/>
                </a:lnTo>
                <a:lnTo>
                  <a:pt x="962309" y="1516663"/>
                </a:lnTo>
                <a:lnTo>
                  <a:pt x="1014753" y="1505910"/>
                </a:lnTo>
                <a:lnTo>
                  <a:pt x="1065639" y="1491156"/>
                </a:lnTo>
                <a:lnTo>
                  <a:pt x="1114792" y="1472578"/>
                </a:lnTo>
                <a:lnTo>
                  <a:pt x="1162038" y="1450349"/>
                </a:lnTo>
                <a:lnTo>
                  <a:pt x="1207201" y="1424643"/>
                </a:lnTo>
                <a:lnTo>
                  <a:pt x="1250109" y="1395635"/>
                </a:lnTo>
                <a:lnTo>
                  <a:pt x="1290586" y="1363500"/>
                </a:lnTo>
                <a:lnTo>
                  <a:pt x="1328459" y="1328411"/>
                </a:lnTo>
                <a:lnTo>
                  <a:pt x="1363552" y="1290544"/>
                </a:lnTo>
                <a:lnTo>
                  <a:pt x="1395691" y="1250071"/>
                </a:lnTo>
                <a:lnTo>
                  <a:pt x="1424702" y="1207168"/>
                </a:lnTo>
                <a:lnTo>
                  <a:pt x="1450411" y="1162010"/>
                </a:lnTo>
                <a:lnTo>
                  <a:pt x="1472644" y="1114769"/>
                </a:lnTo>
                <a:lnTo>
                  <a:pt x="1491225" y="1065621"/>
                </a:lnTo>
                <a:lnTo>
                  <a:pt x="1505980" y="1014740"/>
                </a:lnTo>
                <a:lnTo>
                  <a:pt x="1516736" y="962300"/>
                </a:lnTo>
                <a:lnTo>
                  <a:pt x="1523317" y="908476"/>
                </a:lnTo>
                <a:lnTo>
                  <a:pt x="1525549" y="853442"/>
                </a:lnTo>
                <a:lnTo>
                  <a:pt x="1523318" y="798391"/>
                </a:lnTo>
                <a:lnTo>
                  <a:pt x="1516738" y="744550"/>
                </a:lnTo>
                <a:lnTo>
                  <a:pt x="1505983" y="692096"/>
                </a:lnTo>
                <a:lnTo>
                  <a:pt x="1491228" y="641201"/>
                </a:lnTo>
                <a:lnTo>
                  <a:pt x="1472647" y="592040"/>
                </a:lnTo>
                <a:lnTo>
                  <a:pt x="1450415" y="544788"/>
                </a:lnTo>
                <a:lnTo>
                  <a:pt x="1424706" y="499619"/>
                </a:lnTo>
                <a:lnTo>
                  <a:pt x="1395695" y="456706"/>
                </a:lnTo>
                <a:lnTo>
                  <a:pt x="1363555" y="416225"/>
                </a:lnTo>
                <a:lnTo>
                  <a:pt x="1328462" y="378350"/>
                </a:lnTo>
                <a:lnTo>
                  <a:pt x="1290589" y="343254"/>
                </a:lnTo>
                <a:lnTo>
                  <a:pt x="1250112" y="311113"/>
                </a:lnTo>
                <a:lnTo>
                  <a:pt x="1207204" y="282100"/>
                </a:lnTo>
                <a:lnTo>
                  <a:pt x="1162039" y="256390"/>
                </a:lnTo>
                <a:lnTo>
                  <a:pt x="1114793" y="234158"/>
                </a:lnTo>
                <a:lnTo>
                  <a:pt x="1065640" y="215576"/>
                </a:lnTo>
                <a:lnTo>
                  <a:pt x="1014754" y="200821"/>
                </a:lnTo>
                <a:lnTo>
                  <a:pt x="962309" y="190066"/>
                </a:lnTo>
                <a:lnTo>
                  <a:pt x="908480" y="183484"/>
                </a:lnTo>
                <a:lnTo>
                  <a:pt x="853442" y="181252"/>
                </a:lnTo>
                <a:lnTo>
                  <a:pt x="798393" y="183484"/>
                </a:lnTo>
                <a:lnTo>
                  <a:pt x="744555" y="190066"/>
                </a:lnTo>
                <a:lnTo>
                  <a:pt x="692102" y="200821"/>
                </a:lnTo>
                <a:lnTo>
                  <a:pt x="641208" y="215576"/>
                </a:lnTo>
                <a:lnTo>
                  <a:pt x="592048" y="234158"/>
                </a:lnTo>
                <a:lnTo>
                  <a:pt x="544796" y="256390"/>
                </a:lnTo>
                <a:lnTo>
                  <a:pt x="499627" y="282100"/>
                </a:lnTo>
                <a:lnTo>
                  <a:pt x="456714" y="311113"/>
                </a:lnTo>
                <a:lnTo>
                  <a:pt x="416233" y="343254"/>
                </a:lnTo>
                <a:lnTo>
                  <a:pt x="378357" y="378350"/>
                </a:lnTo>
                <a:lnTo>
                  <a:pt x="343260" y="416225"/>
                </a:lnTo>
                <a:lnTo>
                  <a:pt x="311118" y="456706"/>
                </a:lnTo>
                <a:lnTo>
                  <a:pt x="282105" y="499619"/>
                </a:lnTo>
                <a:lnTo>
                  <a:pt x="256394" y="544788"/>
                </a:lnTo>
                <a:lnTo>
                  <a:pt x="234160" y="592040"/>
                </a:lnTo>
                <a:lnTo>
                  <a:pt x="250250" y="250246"/>
                </a:lnTo>
                <a:lnTo>
                  <a:pt x="298339" y="205687"/>
                </a:lnTo>
                <a:lnTo>
                  <a:pt x="349736" y="164879"/>
                </a:lnTo>
                <a:lnTo>
                  <a:pt x="404220" y="128043"/>
                </a:lnTo>
                <a:lnTo>
                  <a:pt x="461569" y="95400"/>
                </a:lnTo>
                <a:lnTo>
                  <a:pt x="521562" y="67172"/>
                </a:lnTo>
                <a:lnTo>
                  <a:pt x="583978" y="43580"/>
                </a:lnTo>
                <a:lnTo>
                  <a:pt x="648595" y="24846"/>
                </a:lnTo>
                <a:lnTo>
                  <a:pt x="715193" y="11190"/>
                </a:lnTo>
                <a:lnTo>
                  <a:pt x="783549" y="2834"/>
                </a:lnTo>
                <a:lnTo>
                  <a:pt x="853442" y="0"/>
                </a:lnTo>
                <a:lnTo>
                  <a:pt x="923324" y="2834"/>
                </a:lnTo>
                <a:lnTo>
                  <a:pt x="991670" y="11190"/>
                </a:lnTo>
                <a:lnTo>
                  <a:pt x="1058256" y="24846"/>
                </a:lnTo>
                <a:lnTo>
                  <a:pt x="1122863" y="43580"/>
                </a:lnTo>
                <a:lnTo>
                  <a:pt x="1185269" y="67172"/>
                </a:lnTo>
                <a:lnTo>
                  <a:pt x="1245253" y="95400"/>
                </a:lnTo>
                <a:lnTo>
                  <a:pt x="1302593" y="128043"/>
                </a:lnTo>
                <a:lnTo>
                  <a:pt x="1357068" y="164879"/>
                </a:lnTo>
                <a:lnTo>
                  <a:pt x="1408456" y="205687"/>
                </a:lnTo>
                <a:lnTo>
                  <a:pt x="1456537" y="250246"/>
                </a:lnTo>
                <a:lnTo>
                  <a:pt x="1501090" y="298334"/>
                </a:lnTo>
                <a:lnTo>
                  <a:pt x="1541892" y="349730"/>
                </a:lnTo>
                <a:lnTo>
                  <a:pt x="1578722" y="404213"/>
                </a:lnTo>
                <a:lnTo>
                  <a:pt x="1611360" y="461562"/>
                </a:lnTo>
                <a:lnTo>
                  <a:pt x="1639584" y="521555"/>
                </a:lnTo>
                <a:lnTo>
                  <a:pt x="1663172" y="583970"/>
                </a:lnTo>
                <a:lnTo>
                  <a:pt x="1681904" y="648587"/>
                </a:lnTo>
                <a:lnTo>
                  <a:pt x="1695558" y="715184"/>
                </a:lnTo>
                <a:lnTo>
                  <a:pt x="1703913" y="783540"/>
                </a:lnTo>
                <a:lnTo>
                  <a:pt x="1706747" y="853433"/>
                </a:lnTo>
                <a:lnTo>
                  <a:pt x="1703913" y="923312"/>
                </a:lnTo>
                <a:lnTo>
                  <a:pt x="1695558" y="991654"/>
                </a:lnTo>
                <a:lnTo>
                  <a:pt x="1681904" y="1058237"/>
                </a:lnTo>
                <a:lnTo>
                  <a:pt x="1663172" y="1122839"/>
                </a:lnTo>
                <a:lnTo>
                  <a:pt x="1639584" y="1185241"/>
                </a:lnTo>
                <a:lnTo>
                  <a:pt x="1611360" y="1245220"/>
                </a:lnTo>
                <a:lnTo>
                  <a:pt x="1578722" y="1302555"/>
                </a:lnTo>
                <a:lnTo>
                  <a:pt x="1541892" y="1357025"/>
                </a:lnTo>
                <a:lnTo>
                  <a:pt x="1501090" y="1408408"/>
                </a:lnTo>
                <a:lnTo>
                  <a:pt x="1456537" y="1456485"/>
                </a:lnTo>
                <a:lnTo>
                  <a:pt x="1408456" y="1501032"/>
                </a:lnTo>
                <a:lnTo>
                  <a:pt x="1357068" y="1541830"/>
                </a:lnTo>
                <a:lnTo>
                  <a:pt x="1302593" y="1578656"/>
                </a:lnTo>
                <a:lnTo>
                  <a:pt x="1245253" y="1611290"/>
                </a:lnTo>
                <a:lnTo>
                  <a:pt x="1185269" y="1639510"/>
                </a:lnTo>
                <a:lnTo>
                  <a:pt x="1122863" y="1663096"/>
                </a:lnTo>
                <a:lnTo>
                  <a:pt x="1058256" y="1681825"/>
                </a:lnTo>
                <a:lnTo>
                  <a:pt x="991670" y="1695477"/>
                </a:lnTo>
                <a:lnTo>
                  <a:pt x="923324" y="1703830"/>
                </a:lnTo>
                <a:lnTo>
                  <a:pt x="853442" y="1706664"/>
                </a:lnTo>
                <a:lnTo>
                  <a:pt x="783549" y="1703830"/>
                </a:lnTo>
                <a:lnTo>
                  <a:pt x="715193" y="1695477"/>
                </a:lnTo>
                <a:lnTo>
                  <a:pt x="648595" y="1681824"/>
                </a:lnTo>
                <a:lnTo>
                  <a:pt x="583978" y="1663094"/>
                </a:lnTo>
                <a:lnTo>
                  <a:pt x="521562" y="1639508"/>
                </a:lnTo>
                <a:lnTo>
                  <a:pt x="461569" y="1611286"/>
                </a:lnTo>
                <a:lnTo>
                  <a:pt x="404220" y="1578652"/>
                </a:lnTo>
                <a:lnTo>
                  <a:pt x="349736" y="1541824"/>
                </a:lnTo>
                <a:lnTo>
                  <a:pt x="298339" y="1501026"/>
                </a:lnTo>
                <a:lnTo>
                  <a:pt x="250250" y="1456478"/>
                </a:lnTo>
                <a:lnTo>
                  <a:pt x="205691" y="1408401"/>
                </a:lnTo>
                <a:lnTo>
                  <a:pt x="164882" y="1357017"/>
                </a:lnTo>
                <a:lnTo>
                  <a:pt x="128045" y="1302546"/>
                </a:lnTo>
                <a:lnTo>
                  <a:pt x="95402" y="1245212"/>
                </a:lnTo>
                <a:lnTo>
                  <a:pt x="67173" y="1185233"/>
                </a:lnTo>
                <a:lnTo>
                  <a:pt x="43581" y="1122832"/>
                </a:lnTo>
                <a:lnTo>
                  <a:pt x="24846" y="1058231"/>
                </a:lnTo>
                <a:close/>
              </a:path>
              <a:path w="1706747" h="1706664">
                <a:moveTo>
                  <a:pt x="215578" y="641201"/>
                </a:moveTo>
                <a:lnTo>
                  <a:pt x="200822" y="692096"/>
                </a:lnTo>
                <a:lnTo>
                  <a:pt x="205691" y="298334"/>
                </a:lnTo>
                <a:lnTo>
                  <a:pt x="250250" y="250246"/>
                </a:lnTo>
                <a:lnTo>
                  <a:pt x="234160" y="592040"/>
                </a:lnTo>
                <a:lnTo>
                  <a:pt x="215578" y="641201"/>
                </a:lnTo>
                <a:close/>
              </a:path>
            </a:pathLst>
          </a:custGeom>
          <a:solidFill>
            <a:srgbClr val="E3E3E3"/>
          </a:solidFill>
        </p:spPr>
        <p:txBody>
          <a:bodyPr wrap="square" lIns="0" tIns="0" rIns="0" bIns="0" rtlCol="0">
            <a:noAutofit/>
          </a:bodyPr>
          <a:lstStyle/>
          <a:p>
            <a:endParaRPr/>
          </a:p>
        </p:txBody>
      </p:sp>
      <p:sp>
        <p:nvSpPr>
          <p:cNvPr id="12" name="object 12"/>
          <p:cNvSpPr/>
          <p:nvPr/>
        </p:nvSpPr>
        <p:spPr>
          <a:xfrm>
            <a:off x="5341520" y="1111479"/>
            <a:ext cx="773143" cy="773316"/>
          </a:xfrm>
          <a:custGeom>
            <a:avLst/>
            <a:gdLst/>
            <a:ahLst/>
            <a:cxnLst/>
            <a:rect l="l" t="t" r="r" b="b"/>
            <a:pathLst>
              <a:path w="773143" h="773316">
                <a:moveTo>
                  <a:pt x="749918" y="228788"/>
                </a:moveTo>
                <a:lnTo>
                  <a:pt x="749916" y="351862"/>
                </a:lnTo>
                <a:lnTo>
                  <a:pt x="740161" y="359229"/>
                </a:lnTo>
                <a:lnTo>
                  <a:pt x="729298" y="364951"/>
                </a:lnTo>
                <a:lnTo>
                  <a:pt x="717582" y="369031"/>
                </a:lnTo>
                <a:lnTo>
                  <a:pt x="705267" y="371470"/>
                </a:lnTo>
                <a:lnTo>
                  <a:pt x="692610" y="372269"/>
                </a:lnTo>
                <a:lnTo>
                  <a:pt x="679864" y="371428"/>
                </a:lnTo>
                <a:lnTo>
                  <a:pt x="692610" y="208384"/>
                </a:lnTo>
                <a:lnTo>
                  <a:pt x="705268" y="209182"/>
                </a:lnTo>
                <a:lnTo>
                  <a:pt x="717583" y="211620"/>
                </a:lnTo>
                <a:lnTo>
                  <a:pt x="729300" y="215699"/>
                </a:lnTo>
                <a:lnTo>
                  <a:pt x="740163" y="221421"/>
                </a:lnTo>
                <a:lnTo>
                  <a:pt x="749918" y="228788"/>
                </a:lnTo>
                <a:close/>
              </a:path>
              <a:path w="773143" h="773316">
                <a:moveTo>
                  <a:pt x="655126" y="364837"/>
                </a:moveTo>
                <a:lnTo>
                  <a:pt x="643645" y="359088"/>
                </a:lnTo>
                <a:lnTo>
                  <a:pt x="655124" y="215820"/>
                </a:lnTo>
                <a:lnTo>
                  <a:pt x="667283" y="211704"/>
                </a:lnTo>
                <a:lnTo>
                  <a:pt x="655126" y="364837"/>
                </a:lnTo>
                <a:close/>
              </a:path>
              <a:path w="773143" h="773316">
                <a:moveTo>
                  <a:pt x="185871" y="615126"/>
                </a:moveTo>
                <a:lnTo>
                  <a:pt x="160485" y="598815"/>
                </a:lnTo>
                <a:lnTo>
                  <a:pt x="136384" y="580821"/>
                </a:lnTo>
                <a:lnTo>
                  <a:pt x="113723" y="561210"/>
                </a:lnTo>
                <a:lnTo>
                  <a:pt x="92656" y="540044"/>
                </a:lnTo>
                <a:lnTo>
                  <a:pt x="73336" y="517390"/>
                </a:lnTo>
                <a:lnTo>
                  <a:pt x="55919" y="493311"/>
                </a:lnTo>
                <a:lnTo>
                  <a:pt x="40558" y="467874"/>
                </a:lnTo>
                <a:lnTo>
                  <a:pt x="27408" y="441142"/>
                </a:lnTo>
                <a:lnTo>
                  <a:pt x="16623" y="413179"/>
                </a:lnTo>
                <a:lnTo>
                  <a:pt x="8357" y="384052"/>
                </a:lnTo>
                <a:lnTo>
                  <a:pt x="2765" y="353825"/>
                </a:lnTo>
                <a:lnTo>
                  <a:pt x="0" y="322562"/>
                </a:lnTo>
                <a:lnTo>
                  <a:pt x="216" y="290328"/>
                </a:lnTo>
                <a:lnTo>
                  <a:pt x="2927" y="260259"/>
                </a:lnTo>
                <a:lnTo>
                  <a:pt x="7774" y="230395"/>
                </a:lnTo>
                <a:lnTo>
                  <a:pt x="14692" y="200890"/>
                </a:lnTo>
                <a:lnTo>
                  <a:pt x="23618" y="171898"/>
                </a:lnTo>
                <a:lnTo>
                  <a:pt x="34485" y="143575"/>
                </a:lnTo>
                <a:lnTo>
                  <a:pt x="47230" y="116075"/>
                </a:lnTo>
                <a:lnTo>
                  <a:pt x="61788" y="89551"/>
                </a:lnTo>
                <a:lnTo>
                  <a:pt x="78094" y="64158"/>
                </a:lnTo>
                <a:lnTo>
                  <a:pt x="96084" y="40051"/>
                </a:lnTo>
                <a:lnTo>
                  <a:pt x="115693" y="17383"/>
                </a:lnTo>
                <a:lnTo>
                  <a:pt x="136856" y="-3689"/>
                </a:lnTo>
                <a:lnTo>
                  <a:pt x="159509" y="-23014"/>
                </a:lnTo>
                <a:lnTo>
                  <a:pt x="183587" y="-40436"/>
                </a:lnTo>
                <a:lnTo>
                  <a:pt x="209025" y="-55801"/>
                </a:lnTo>
                <a:lnTo>
                  <a:pt x="235759" y="-68954"/>
                </a:lnTo>
                <a:lnTo>
                  <a:pt x="263725" y="-79741"/>
                </a:lnTo>
                <a:lnTo>
                  <a:pt x="292857" y="-88008"/>
                </a:lnTo>
                <a:lnTo>
                  <a:pt x="323091" y="-93600"/>
                </a:lnTo>
                <a:lnTo>
                  <a:pt x="354362" y="-96363"/>
                </a:lnTo>
                <a:lnTo>
                  <a:pt x="386606" y="-96143"/>
                </a:lnTo>
                <a:lnTo>
                  <a:pt x="418906" y="-93303"/>
                </a:lnTo>
                <a:lnTo>
                  <a:pt x="450211" y="-88359"/>
                </a:lnTo>
                <a:lnTo>
                  <a:pt x="480458" y="-81372"/>
                </a:lnTo>
                <a:lnTo>
                  <a:pt x="509586" y="-72404"/>
                </a:lnTo>
                <a:lnTo>
                  <a:pt x="537534" y="-61517"/>
                </a:lnTo>
                <a:lnTo>
                  <a:pt x="564239" y="-48771"/>
                </a:lnTo>
                <a:lnTo>
                  <a:pt x="589640" y="-34228"/>
                </a:lnTo>
                <a:lnTo>
                  <a:pt x="613676" y="-17951"/>
                </a:lnTo>
                <a:lnTo>
                  <a:pt x="605307" y="274797"/>
                </a:lnTo>
                <a:lnTo>
                  <a:pt x="603240" y="290328"/>
                </a:lnTo>
                <a:lnTo>
                  <a:pt x="597963" y="250728"/>
                </a:lnTo>
                <a:lnTo>
                  <a:pt x="587063" y="215274"/>
                </a:lnTo>
                <a:lnTo>
                  <a:pt x="571190" y="183971"/>
                </a:lnTo>
                <a:lnTo>
                  <a:pt x="550993" y="156823"/>
                </a:lnTo>
                <a:lnTo>
                  <a:pt x="527124" y="133832"/>
                </a:lnTo>
                <a:lnTo>
                  <a:pt x="500230" y="115003"/>
                </a:lnTo>
                <a:lnTo>
                  <a:pt x="470963" y="100339"/>
                </a:lnTo>
                <a:lnTo>
                  <a:pt x="439972" y="89843"/>
                </a:lnTo>
                <a:lnTo>
                  <a:pt x="407907" y="83519"/>
                </a:lnTo>
                <a:lnTo>
                  <a:pt x="375417" y="81371"/>
                </a:lnTo>
                <a:lnTo>
                  <a:pt x="343152" y="83402"/>
                </a:lnTo>
                <a:lnTo>
                  <a:pt x="311763" y="89615"/>
                </a:lnTo>
                <a:lnTo>
                  <a:pt x="281898" y="100015"/>
                </a:lnTo>
                <a:lnTo>
                  <a:pt x="254209" y="114605"/>
                </a:lnTo>
                <a:lnTo>
                  <a:pt x="229343" y="133388"/>
                </a:lnTo>
                <a:lnTo>
                  <a:pt x="207952" y="156368"/>
                </a:lnTo>
                <a:lnTo>
                  <a:pt x="190686" y="183548"/>
                </a:lnTo>
                <a:lnTo>
                  <a:pt x="178193" y="214933"/>
                </a:lnTo>
                <a:lnTo>
                  <a:pt x="171124" y="250525"/>
                </a:lnTo>
                <a:lnTo>
                  <a:pt x="170128" y="290328"/>
                </a:lnTo>
                <a:lnTo>
                  <a:pt x="175197" y="330102"/>
                </a:lnTo>
                <a:lnTo>
                  <a:pt x="185871" y="615126"/>
                </a:lnTo>
                <a:close/>
              </a:path>
              <a:path w="773143" h="773316">
                <a:moveTo>
                  <a:pt x="758371" y="196478"/>
                </a:moveTo>
                <a:lnTo>
                  <a:pt x="749918" y="228788"/>
                </a:lnTo>
                <a:lnTo>
                  <a:pt x="740163" y="221421"/>
                </a:lnTo>
                <a:lnTo>
                  <a:pt x="729300" y="215699"/>
                </a:lnTo>
                <a:lnTo>
                  <a:pt x="717583" y="211620"/>
                </a:lnTo>
                <a:lnTo>
                  <a:pt x="705268" y="209182"/>
                </a:lnTo>
                <a:lnTo>
                  <a:pt x="692610" y="208384"/>
                </a:lnTo>
                <a:lnTo>
                  <a:pt x="679864" y="371428"/>
                </a:lnTo>
                <a:lnTo>
                  <a:pt x="695176" y="516457"/>
                </a:lnTo>
                <a:lnTo>
                  <a:pt x="677171" y="540559"/>
                </a:lnTo>
                <a:lnTo>
                  <a:pt x="657548" y="563221"/>
                </a:lnTo>
                <a:lnTo>
                  <a:pt x="667284" y="368951"/>
                </a:lnTo>
                <a:lnTo>
                  <a:pt x="679863" y="209226"/>
                </a:lnTo>
                <a:lnTo>
                  <a:pt x="694929" y="63280"/>
                </a:lnTo>
                <a:lnTo>
                  <a:pt x="711212" y="87310"/>
                </a:lnTo>
                <a:lnTo>
                  <a:pt x="725759" y="112707"/>
                </a:lnTo>
                <a:lnTo>
                  <a:pt x="738509" y="139408"/>
                </a:lnTo>
                <a:lnTo>
                  <a:pt x="749400" y="167352"/>
                </a:lnTo>
                <a:lnTo>
                  <a:pt x="758371" y="196478"/>
                </a:lnTo>
                <a:close/>
              </a:path>
              <a:path w="773143" h="773316">
                <a:moveTo>
                  <a:pt x="676972" y="40677"/>
                </a:moveTo>
                <a:lnTo>
                  <a:pt x="667283" y="211704"/>
                </a:lnTo>
                <a:lnTo>
                  <a:pt x="655124" y="215820"/>
                </a:lnTo>
                <a:lnTo>
                  <a:pt x="643645" y="359088"/>
                </a:lnTo>
                <a:lnTo>
                  <a:pt x="633095" y="351705"/>
                </a:lnTo>
                <a:lnTo>
                  <a:pt x="643642" y="221569"/>
                </a:lnTo>
                <a:lnTo>
                  <a:pt x="657404" y="19563"/>
                </a:lnTo>
                <a:lnTo>
                  <a:pt x="676972" y="40677"/>
                </a:lnTo>
                <a:close/>
              </a:path>
              <a:path w="773143" h="773316">
                <a:moveTo>
                  <a:pt x="643642" y="221569"/>
                </a:moveTo>
                <a:lnTo>
                  <a:pt x="633095" y="351705"/>
                </a:lnTo>
                <a:lnTo>
                  <a:pt x="633092" y="228953"/>
                </a:lnTo>
                <a:lnTo>
                  <a:pt x="636284" y="0"/>
                </a:lnTo>
                <a:lnTo>
                  <a:pt x="657404" y="19563"/>
                </a:lnTo>
                <a:lnTo>
                  <a:pt x="643642" y="221569"/>
                </a:lnTo>
                <a:close/>
              </a:path>
              <a:path w="773143" h="773316">
                <a:moveTo>
                  <a:pt x="769981" y="319887"/>
                </a:moveTo>
                <a:lnTo>
                  <a:pt x="770884" y="315343"/>
                </a:lnTo>
                <a:lnTo>
                  <a:pt x="770428" y="320394"/>
                </a:lnTo>
                <a:lnTo>
                  <a:pt x="765574" y="350255"/>
                </a:lnTo>
                <a:lnTo>
                  <a:pt x="765081" y="332193"/>
                </a:lnTo>
                <a:lnTo>
                  <a:pt x="765083" y="248458"/>
                </a:lnTo>
                <a:lnTo>
                  <a:pt x="769983" y="260765"/>
                </a:lnTo>
                <a:lnTo>
                  <a:pt x="770884" y="315343"/>
                </a:lnTo>
                <a:lnTo>
                  <a:pt x="769981" y="319887"/>
                </a:lnTo>
                <a:close/>
              </a:path>
              <a:path w="773143" h="773316">
                <a:moveTo>
                  <a:pt x="765081" y="332193"/>
                </a:moveTo>
                <a:lnTo>
                  <a:pt x="765574" y="350255"/>
                </a:lnTo>
                <a:lnTo>
                  <a:pt x="758646" y="379755"/>
                </a:lnTo>
                <a:lnTo>
                  <a:pt x="758307" y="342851"/>
                </a:lnTo>
                <a:lnTo>
                  <a:pt x="758310" y="237800"/>
                </a:lnTo>
                <a:lnTo>
                  <a:pt x="765083" y="248458"/>
                </a:lnTo>
                <a:lnTo>
                  <a:pt x="765081" y="332193"/>
                </a:lnTo>
                <a:close/>
              </a:path>
              <a:path w="773143" h="773316">
                <a:moveTo>
                  <a:pt x="615809" y="332043"/>
                </a:moveTo>
                <a:lnTo>
                  <a:pt x="623731" y="342689"/>
                </a:lnTo>
                <a:lnTo>
                  <a:pt x="636371" y="584289"/>
                </a:lnTo>
                <a:lnTo>
                  <a:pt x="613706" y="603609"/>
                </a:lnTo>
                <a:lnTo>
                  <a:pt x="609583" y="319766"/>
                </a:lnTo>
                <a:lnTo>
                  <a:pt x="615807" y="248616"/>
                </a:lnTo>
                <a:lnTo>
                  <a:pt x="623729" y="237969"/>
                </a:lnTo>
                <a:lnTo>
                  <a:pt x="623731" y="342689"/>
                </a:lnTo>
                <a:lnTo>
                  <a:pt x="615809" y="332043"/>
                </a:lnTo>
                <a:close/>
              </a:path>
              <a:path w="773143" h="773316">
                <a:moveTo>
                  <a:pt x="609583" y="319766"/>
                </a:moveTo>
                <a:lnTo>
                  <a:pt x="613706" y="603609"/>
                </a:lnTo>
                <a:lnTo>
                  <a:pt x="605309" y="305861"/>
                </a:lnTo>
                <a:lnTo>
                  <a:pt x="609581" y="260892"/>
                </a:lnTo>
                <a:lnTo>
                  <a:pt x="615807" y="248616"/>
                </a:lnTo>
                <a:lnTo>
                  <a:pt x="609583" y="319766"/>
                </a:lnTo>
                <a:close/>
              </a:path>
              <a:path w="773143" h="773316">
                <a:moveTo>
                  <a:pt x="242031" y="447320"/>
                </a:moveTo>
                <a:lnTo>
                  <a:pt x="267469" y="466157"/>
                </a:lnTo>
                <a:lnTo>
                  <a:pt x="295235" y="480807"/>
                </a:lnTo>
                <a:lnTo>
                  <a:pt x="324747" y="491270"/>
                </a:lnTo>
                <a:lnTo>
                  <a:pt x="355423" y="497547"/>
                </a:lnTo>
                <a:lnTo>
                  <a:pt x="386681" y="499637"/>
                </a:lnTo>
                <a:lnTo>
                  <a:pt x="417939" y="497541"/>
                </a:lnTo>
                <a:lnTo>
                  <a:pt x="448615" y="491259"/>
                </a:lnTo>
                <a:lnTo>
                  <a:pt x="478127" y="480792"/>
                </a:lnTo>
                <a:lnTo>
                  <a:pt x="505894" y="466138"/>
                </a:lnTo>
                <a:lnTo>
                  <a:pt x="531332" y="447299"/>
                </a:lnTo>
                <a:lnTo>
                  <a:pt x="553861" y="424275"/>
                </a:lnTo>
                <a:lnTo>
                  <a:pt x="572898" y="397066"/>
                </a:lnTo>
                <a:lnTo>
                  <a:pt x="587862" y="365671"/>
                </a:lnTo>
                <a:lnTo>
                  <a:pt x="598170" y="330092"/>
                </a:lnTo>
                <a:lnTo>
                  <a:pt x="603240" y="290328"/>
                </a:lnTo>
                <a:lnTo>
                  <a:pt x="605307" y="274797"/>
                </a:lnTo>
                <a:lnTo>
                  <a:pt x="613676" y="-17951"/>
                </a:lnTo>
                <a:lnTo>
                  <a:pt x="636284" y="0"/>
                </a:lnTo>
                <a:lnTo>
                  <a:pt x="633092" y="228953"/>
                </a:lnTo>
                <a:lnTo>
                  <a:pt x="633095" y="351705"/>
                </a:lnTo>
                <a:lnTo>
                  <a:pt x="643645" y="359088"/>
                </a:lnTo>
                <a:lnTo>
                  <a:pt x="655126" y="364837"/>
                </a:lnTo>
                <a:lnTo>
                  <a:pt x="667283" y="211704"/>
                </a:lnTo>
                <a:lnTo>
                  <a:pt x="676972" y="40677"/>
                </a:lnTo>
                <a:lnTo>
                  <a:pt x="694929" y="63280"/>
                </a:lnTo>
                <a:lnTo>
                  <a:pt x="679863" y="209226"/>
                </a:lnTo>
                <a:lnTo>
                  <a:pt x="667284" y="368951"/>
                </a:lnTo>
                <a:lnTo>
                  <a:pt x="657548" y="563221"/>
                </a:lnTo>
                <a:lnTo>
                  <a:pt x="636371" y="584289"/>
                </a:lnTo>
                <a:lnTo>
                  <a:pt x="623731" y="342689"/>
                </a:lnTo>
                <a:lnTo>
                  <a:pt x="623729" y="237969"/>
                </a:lnTo>
                <a:lnTo>
                  <a:pt x="615807" y="248616"/>
                </a:lnTo>
                <a:lnTo>
                  <a:pt x="609581" y="260892"/>
                </a:lnTo>
                <a:lnTo>
                  <a:pt x="605309" y="305861"/>
                </a:lnTo>
                <a:lnTo>
                  <a:pt x="613706" y="603609"/>
                </a:lnTo>
                <a:lnTo>
                  <a:pt x="589618" y="621026"/>
                </a:lnTo>
                <a:lnTo>
                  <a:pt x="564171" y="636388"/>
                </a:lnTo>
                <a:lnTo>
                  <a:pt x="537430" y="649539"/>
                </a:lnTo>
                <a:lnTo>
                  <a:pt x="509462" y="660325"/>
                </a:lnTo>
                <a:lnTo>
                  <a:pt x="480330" y="668592"/>
                </a:lnTo>
                <a:lnTo>
                  <a:pt x="450100" y="674186"/>
                </a:lnTo>
                <a:lnTo>
                  <a:pt x="418837" y="676952"/>
                </a:lnTo>
                <a:lnTo>
                  <a:pt x="386606" y="676736"/>
                </a:lnTo>
                <a:lnTo>
                  <a:pt x="356541" y="674020"/>
                </a:lnTo>
                <a:lnTo>
                  <a:pt x="326682" y="669167"/>
                </a:lnTo>
                <a:lnTo>
                  <a:pt x="297183" y="662243"/>
                </a:lnTo>
                <a:lnTo>
                  <a:pt x="268198" y="653312"/>
                </a:lnTo>
                <a:lnTo>
                  <a:pt x="239881" y="642439"/>
                </a:lnTo>
                <a:lnTo>
                  <a:pt x="212388" y="629689"/>
                </a:lnTo>
                <a:lnTo>
                  <a:pt x="185871" y="615126"/>
                </a:lnTo>
                <a:lnTo>
                  <a:pt x="175197" y="330102"/>
                </a:lnTo>
                <a:lnTo>
                  <a:pt x="185504" y="365687"/>
                </a:lnTo>
                <a:lnTo>
                  <a:pt x="200466" y="397085"/>
                </a:lnTo>
                <a:lnTo>
                  <a:pt x="219503" y="424296"/>
                </a:lnTo>
                <a:lnTo>
                  <a:pt x="242031" y="447320"/>
                </a:lnTo>
                <a:close/>
              </a:path>
              <a:path w="773143" h="773316">
                <a:moveTo>
                  <a:pt x="773143" y="290328"/>
                </a:moveTo>
                <a:lnTo>
                  <a:pt x="772753" y="305933"/>
                </a:lnTo>
                <a:lnTo>
                  <a:pt x="770884" y="315343"/>
                </a:lnTo>
                <a:lnTo>
                  <a:pt x="769983" y="260765"/>
                </a:lnTo>
                <a:lnTo>
                  <a:pt x="765083" y="248458"/>
                </a:lnTo>
                <a:lnTo>
                  <a:pt x="758310" y="237800"/>
                </a:lnTo>
                <a:lnTo>
                  <a:pt x="758307" y="342851"/>
                </a:lnTo>
                <a:lnTo>
                  <a:pt x="758646" y="379755"/>
                </a:lnTo>
                <a:lnTo>
                  <a:pt x="749709" y="408741"/>
                </a:lnTo>
                <a:lnTo>
                  <a:pt x="738829" y="437058"/>
                </a:lnTo>
                <a:lnTo>
                  <a:pt x="726070" y="464553"/>
                </a:lnTo>
                <a:lnTo>
                  <a:pt x="711497" y="491071"/>
                </a:lnTo>
                <a:lnTo>
                  <a:pt x="695176" y="516457"/>
                </a:lnTo>
                <a:lnTo>
                  <a:pt x="679864" y="371428"/>
                </a:lnTo>
                <a:lnTo>
                  <a:pt x="692610" y="372269"/>
                </a:lnTo>
                <a:lnTo>
                  <a:pt x="705267" y="371470"/>
                </a:lnTo>
                <a:lnTo>
                  <a:pt x="717582" y="369031"/>
                </a:lnTo>
                <a:lnTo>
                  <a:pt x="729298" y="364951"/>
                </a:lnTo>
                <a:lnTo>
                  <a:pt x="740161" y="359229"/>
                </a:lnTo>
                <a:lnTo>
                  <a:pt x="749916" y="351862"/>
                </a:lnTo>
                <a:lnTo>
                  <a:pt x="749918" y="228788"/>
                </a:lnTo>
                <a:lnTo>
                  <a:pt x="758371" y="196478"/>
                </a:lnTo>
                <a:lnTo>
                  <a:pt x="765359" y="226723"/>
                </a:lnTo>
                <a:lnTo>
                  <a:pt x="770304" y="258027"/>
                </a:lnTo>
                <a:lnTo>
                  <a:pt x="770990" y="265836"/>
                </a:lnTo>
                <a:lnTo>
                  <a:pt x="772755" y="274721"/>
                </a:lnTo>
                <a:lnTo>
                  <a:pt x="773143" y="290328"/>
                </a:lnTo>
                <a:close/>
              </a:path>
            </a:pathLst>
          </a:custGeom>
          <a:solidFill>
            <a:srgbClr val="E3E3E3"/>
          </a:solidFill>
        </p:spPr>
        <p:txBody>
          <a:bodyPr wrap="square" lIns="0" tIns="0" rIns="0" bIns="0" rtlCol="0">
            <a:noAutofit/>
          </a:bodyPr>
          <a:lstStyle/>
          <a:p>
            <a:endParaRPr/>
          </a:p>
        </p:txBody>
      </p:sp>
      <p:sp>
        <p:nvSpPr>
          <p:cNvPr id="13" name="object 13"/>
          <p:cNvSpPr/>
          <p:nvPr/>
        </p:nvSpPr>
        <p:spPr>
          <a:xfrm>
            <a:off x="7029934" y="802203"/>
            <a:ext cx="90345" cy="941474"/>
          </a:xfrm>
          <a:custGeom>
            <a:avLst/>
            <a:gdLst/>
            <a:ahLst/>
            <a:cxnLst/>
            <a:rect l="l" t="t" r="r" b="b"/>
            <a:pathLst>
              <a:path w="90345" h="941474">
                <a:moveTo>
                  <a:pt x="80845" y="0"/>
                </a:moveTo>
                <a:lnTo>
                  <a:pt x="14115" y="0"/>
                </a:lnTo>
                <a:lnTo>
                  <a:pt x="14115" y="941474"/>
                </a:lnTo>
                <a:lnTo>
                  <a:pt x="80845" y="941474"/>
                </a:lnTo>
                <a:lnTo>
                  <a:pt x="80845" y="0"/>
                </a:lnTo>
                <a:close/>
              </a:path>
            </a:pathLst>
          </a:custGeom>
          <a:solidFill>
            <a:srgbClr val="FFFFFF"/>
          </a:solidFill>
        </p:spPr>
        <p:txBody>
          <a:bodyPr wrap="square" lIns="0" tIns="0" rIns="0" bIns="0" rtlCol="0">
            <a:noAutofit/>
          </a:bodyPr>
          <a:lstStyle/>
          <a:p>
            <a:endParaRPr/>
          </a:p>
        </p:txBody>
      </p:sp>
      <p:sp>
        <p:nvSpPr>
          <p:cNvPr id="14" name="object 14"/>
          <p:cNvSpPr/>
          <p:nvPr/>
        </p:nvSpPr>
        <p:spPr>
          <a:xfrm>
            <a:off x="5905621" y="801956"/>
            <a:ext cx="953298" cy="972366"/>
          </a:xfrm>
          <a:prstGeom prst="rect">
            <a:avLst/>
          </a:prstGeom>
          <a:blipFill>
            <a:blip r:embed="rId2" cstate="print"/>
            <a:stretch>
              <a:fillRect/>
            </a:stretch>
          </a:blipFill>
        </p:spPr>
        <p:txBody>
          <a:bodyPr wrap="square" lIns="0" tIns="0" rIns="0" bIns="0" rtlCol="0">
            <a:noAutofit/>
          </a:bodyPr>
          <a:lstStyle/>
          <a:p>
            <a:endParaRPr/>
          </a:p>
        </p:txBody>
      </p:sp>
      <p:sp>
        <p:nvSpPr>
          <p:cNvPr id="8" name="object 8"/>
          <p:cNvSpPr/>
          <p:nvPr/>
        </p:nvSpPr>
        <p:spPr>
          <a:xfrm>
            <a:off x="-2409428" y="-9129019"/>
            <a:ext cx="21002868" cy="21002868"/>
          </a:xfrm>
          <a:custGeom>
            <a:avLst/>
            <a:gdLst/>
            <a:ahLst/>
            <a:cxnLst/>
            <a:rect l="l" t="t" r="r" b="b"/>
            <a:pathLst>
              <a:path w="21002868" h="21002868">
                <a:moveTo>
                  <a:pt x="9972278" y="9129019"/>
                </a:moveTo>
                <a:lnTo>
                  <a:pt x="7361944" y="9129019"/>
                </a:lnTo>
                <a:lnTo>
                  <a:pt x="9972278" y="15814414"/>
                </a:lnTo>
                <a:lnTo>
                  <a:pt x="9972278" y="9129019"/>
                </a:lnTo>
                <a:close/>
              </a:path>
            </a:pathLst>
          </a:custGeom>
          <a:solidFill>
            <a:srgbClr val="C83A2D"/>
          </a:solidFill>
        </p:spPr>
        <p:txBody>
          <a:bodyPr wrap="square" lIns="0" tIns="0" rIns="0" bIns="0" rtlCol="0">
            <a:noAutofit/>
          </a:bodyPr>
          <a:lstStyle/>
          <a:p>
            <a:endParaRPr/>
          </a:p>
        </p:txBody>
      </p:sp>
      <p:sp>
        <p:nvSpPr>
          <p:cNvPr id="7" name="object 7"/>
          <p:cNvSpPr/>
          <p:nvPr/>
        </p:nvSpPr>
        <p:spPr>
          <a:xfrm>
            <a:off x="-2707248" y="4051919"/>
            <a:ext cx="12983946" cy="12983946"/>
          </a:xfrm>
          <a:custGeom>
            <a:avLst/>
            <a:gdLst/>
            <a:ahLst/>
            <a:cxnLst/>
            <a:rect l="l" t="t" r="r" b="b"/>
            <a:pathLst>
              <a:path w="12983946" h="12983946">
                <a:moveTo>
                  <a:pt x="10270098" y="6426098"/>
                </a:moveTo>
                <a:lnTo>
                  <a:pt x="2707248" y="6426098"/>
                </a:lnTo>
                <a:lnTo>
                  <a:pt x="2707248" y="6559559"/>
                </a:lnTo>
                <a:lnTo>
                  <a:pt x="10270098" y="6559559"/>
                </a:lnTo>
                <a:lnTo>
                  <a:pt x="10270098" y="6426098"/>
                </a:lnTo>
                <a:close/>
              </a:path>
            </a:pathLst>
          </a:custGeom>
          <a:solidFill>
            <a:srgbClr val="C83A2D"/>
          </a:solidFill>
        </p:spPr>
        <p:txBody>
          <a:bodyPr wrap="square" lIns="0" tIns="0" rIns="0" bIns="0" rtlCol="0">
            <a:noAutofit/>
          </a:bodyPr>
          <a:lstStyle/>
          <a:p>
            <a:endParaRPr/>
          </a:p>
        </p:txBody>
      </p:sp>
      <p:sp>
        <p:nvSpPr>
          <p:cNvPr id="6" name="object 6"/>
          <p:cNvSpPr/>
          <p:nvPr/>
        </p:nvSpPr>
        <p:spPr>
          <a:xfrm>
            <a:off x="268002" y="756635"/>
            <a:ext cx="1001997" cy="1143960"/>
          </a:xfrm>
          <a:prstGeom prst="rect">
            <a:avLst/>
          </a:prstGeom>
          <a:blipFill>
            <a:blip r:embed="rId3" cstate="print"/>
            <a:stretch>
              <a:fillRect/>
            </a:stretch>
          </a:blipFill>
        </p:spPr>
        <p:txBody>
          <a:bodyPr wrap="square" lIns="0" tIns="0" rIns="0" bIns="0" rtlCol="0">
            <a:noAutofit/>
          </a:bodyPr>
          <a:lstStyle/>
          <a:p>
            <a:endParaRPr/>
          </a:p>
        </p:txBody>
      </p:sp>
      <p:sp>
        <p:nvSpPr>
          <p:cNvPr id="5" name="object 5"/>
          <p:cNvSpPr txBox="1"/>
          <p:nvPr/>
        </p:nvSpPr>
        <p:spPr>
          <a:xfrm>
            <a:off x="268003" y="2115275"/>
            <a:ext cx="4114007" cy="746093"/>
          </a:xfrm>
          <a:prstGeom prst="rect">
            <a:avLst/>
          </a:prstGeom>
        </p:spPr>
        <p:txBody>
          <a:bodyPr wrap="square" lIns="0" tIns="0" rIns="0" bIns="0" rtlCol="0">
            <a:noAutofit/>
          </a:bodyPr>
          <a:lstStyle/>
          <a:p>
            <a:pPr marL="12700">
              <a:lnSpc>
                <a:spcPts val="5375"/>
              </a:lnSpc>
              <a:spcBef>
                <a:spcPts val="768"/>
              </a:spcBef>
            </a:pPr>
            <a:r>
              <a:rPr sz="8475" baseline="-10261" dirty="0">
                <a:solidFill>
                  <a:srgbClr val="C83A2D"/>
                </a:solidFill>
                <a:latin typeface="Times New Roman"/>
                <a:cs typeface="Times New Roman"/>
              </a:rPr>
              <a:t>H</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U</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B</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U</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N</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G</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I</a:t>
            </a:r>
            <a:endParaRPr sz="5650" dirty="0">
              <a:latin typeface="Times New Roman"/>
              <a:cs typeface="Times New Roman"/>
            </a:endParaRPr>
          </a:p>
        </p:txBody>
      </p:sp>
      <p:sp>
        <p:nvSpPr>
          <p:cNvPr id="4" name="object 4"/>
          <p:cNvSpPr txBox="1"/>
          <p:nvPr/>
        </p:nvSpPr>
        <p:spPr>
          <a:xfrm>
            <a:off x="268003" y="2952336"/>
            <a:ext cx="3205283" cy="746093"/>
          </a:xfrm>
          <a:prstGeom prst="rect">
            <a:avLst/>
          </a:prstGeom>
        </p:spPr>
        <p:txBody>
          <a:bodyPr wrap="square" lIns="0" tIns="0" rIns="0" bIns="0" rtlCol="0">
            <a:noAutofit/>
          </a:bodyPr>
          <a:lstStyle/>
          <a:p>
            <a:pPr marL="12700">
              <a:lnSpc>
                <a:spcPts val="5375"/>
              </a:lnSpc>
              <a:spcBef>
                <a:spcPts val="768"/>
              </a:spcBef>
            </a:pPr>
            <a:r>
              <a:rPr sz="8475" baseline="-10261" dirty="0">
                <a:solidFill>
                  <a:srgbClr val="C83A2D"/>
                </a:solidFill>
                <a:latin typeface="Times New Roman"/>
                <a:cs typeface="Times New Roman"/>
              </a:rPr>
              <a:t>K</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A</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M</a:t>
            </a:r>
            <a:r>
              <a:rPr sz="8475" spc="-1014" baseline="-10261" dirty="0">
                <a:solidFill>
                  <a:srgbClr val="C83A2D"/>
                </a:solidFill>
                <a:latin typeface="Times New Roman"/>
                <a:cs typeface="Times New Roman"/>
              </a:rPr>
              <a:t> </a:t>
            </a:r>
            <a:r>
              <a:rPr sz="8475" spc="0" baseline="-10261" dirty="0">
                <a:solidFill>
                  <a:srgbClr val="C83A2D"/>
                </a:solidFill>
                <a:latin typeface="Times New Roman"/>
                <a:cs typeface="Times New Roman"/>
              </a:rPr>
              <a:t>I</a:t>
            </a:r>
            <a:endParaRPr sz="5650" dirty="0">
              <a:latin typeface="Times New Roman"/>
              <a:cs typeface="Times New Roman"/>
            </a:endParaRPr>
          </a:p>
        </p:txBody>
      </p:sp>
      <p:sp>
        <p:nvSpPr>
          <p:cNvPr id="3" name="object 3"/>
          <p:cNvSpPr txBox="1"/>
          <p:nvPr/>
        </p:nvSpPr>
        <p:spPr>
          <a:xfrm>
            <a:off x="311150" y="4060612"/>
            <a:ext cx="6214649" cy="1239246"/>
          </a:xfrm>
          <a:prstGeom prst="rect">
            <a:avLst/>
          </a:prstGeom>
        </p:spPr>
        <p:txBody>
          <a:bodyPr wrap="square" lIns="0" tIns="0" rIns="0" bIns="0" rtlCol="0">
            <a:noAutofit/>
          </a:bodyPr>
          <a:lstStyle/>
          <a:p>
            <a:pPr marL="12700">
              <a:lnSpc>
                <a:spcPts val="3275"/>
              </a:lnSpc>
              <a:spcBef>
                <a:spcPts val="513"/>
              </a:spcBef>
            </a:pPr>
            <a:r>
              <a:rPr sz="5400" baseline="-9378" dirty="0">
                <a:solidFill>
                  <a:srgbClr val="C00000"/>
                </a:solidFill>
                <a:latin typeface="Times New Roman"/>
                <a:cs typeface="Times New Roman"/>
              </a:rPr>
              <a:t>P</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T </a:t>
            </a:r>
            <a:r>
              <a:rPr sz="5400" spc="120"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I</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M</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P</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A</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L</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A </a:t>
            </a:r>
            <a:r>
              <a:rPr sz="5400" spc="120"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A</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K</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B</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A</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R</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I</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N</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D</a:t>
            </a:r>
            <a:r>
              <a:rPr sz="5400" spc="-609" baseline="-9378" dirty="0">
                <a:solidFill>
                  <a:srgbClr val="C00000"/>
                </a:solidFill>
                <a:latin typeface="Times New Roman"/>
                <a:cs typeface="Times New Roman"/>
              </a:rPr>
              <a:t> </a:t>
            </a:r>
            <a:r>
              <a:rPr sz="5400" spc="0" baseline="-9378" dirty="0">
                <a:solidFill>
                  <a:srgbClr val="C00000"/>
                </a:solidFill>
                <a:latin typeface="Times New Roman"/>
                <a:cs typeface="Times New Roman"/>
              </a:rPr>
              <a:t>O</a:t>
            </a:r>
            <a:endParaRPr sz="3600" dirty="0">
              <a:solidFill>
                <a:srgbClr val="C00000"/>
              </a:solidFill>
              <a:latin typeface="Times New Roman"/>
              <a:cs typeface="Times New Roman"/>
            </a:endParaRPr>
          </a:p>
        </p:txBody>
      </p:sp>
      <p:sp>
        <p:nvSpPr>
          <p:cNvPr id="2" name="object 2"/>
          <p:cNvSpPr txBox="1"/>
          <p:nvPr/>
        </p:nvSpPr>
        <p:spPr>
          <a:xfrm>
            <a:off x="7044049" y="802203"/>
            <a:ext cx="66730" cy="941474"/>
          </a:xfrm>
          <a:prstGeom prst="rect">
            <a:avLst/>
          </a:prstGeom>
        </p:spPr>
        <p:txBody>
          <a:bodyPr wrap="square" lIns="0" tIns="0" rIns="0" bIns="0" rtlCol="0">
            <a:noAutofit/>
          </a:bodyPr>
          <a:lstStyle/>
          <a:p>
            <a:pPr marL="25400">
              <a:lnSpc>
                <a:spcPts val="1000"/>
              </a:lnSpc>
            </a:pPr>
            <a:endParaRPr sz="1000"/>
          </a:p>
        </p:txBody>
      </p:sp>
      <p:pic>
        <p:nvPicPr>
          <p:cNvPr id="16" name="Picture 15">
            <a:extLst>
              <a:ext uri="{FF2B5EF4-FFF2-40B4-BE49-F238E27FC236}">
                <a16:creationId xmlns:a16="http://schemas.microsoft.com/office/drawing/2014/main" id="{C2493AF8-BD12-4749-9756-8F03863A3D2D}"/>
              </a:ext>
            </a:extLst>
          </p:cNvPr>
          <p:cNvPicPr>
            <a:picLocks noChangeAspect="1"/>
          </p:cNvPicPr>
          <p:nvPr/>
        </p:nvPicPr>
        <p:blipFill>
          <a:blip r:embed="rId4"/>
          <a:stretch>
            <a:fillRect/>
          </a:stretch>
        </p:blipFill>
        <p:spPr>
          <a:xfrm>
            <a:off x="1186321" y="4900683"/>
            <a:ext cx="5267325" cy="2362200"/>
          </a:xfrm>
          <a:prstGeom prst="rect">
            <a:avLst/>
          </a:prstGeom>
        </p:spPr>
      </p:pic>
      <p:pic>
        <p:nvPicPr>
          <p:cNvPr id="18" name="Picture 17">
            <a:extLst>
              <a:ext uri="{FF2B5EF4-FFF2-40B4-BE49-F238E27FC236}">
                <a16:creationId xmlns:a16="http://schemas.microsoft.com/office/drawing/2014/main" id="{38BAC9CA-C7EF-4495-B9E9-1A06CF75B29A}"/>
              </a:ext>
            </a:extLst>
          </p:cNvPr>
          <p:cNvPicPr>
            <a:picLocks noChangeAspect="1"/>
          </p:cNvPicPr>
          <p:nvPr/>
        </p:nvPicPr>
        <p:blipFill>
          <a:blip r:embed="rId5"/>
          <a:stretch>
            <a:fillRect/>
          </a:stretch>
        </p:blipFill>
        <p:spPr>
          <a:xfrm>
            <a:off x="1461020" y="7262883"/>
            <a:ext cx="4962525" cy="2266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000" advTm="5443">
        <p14:vortex dir="r"/>
      </p:transition>
    </mc:Choice>
    <mc:Fallback xmlns="">
      <p:transition spd="slow" advTm="5443">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31BE4F7D-2F27-4544-B57F-3C25A50825F6}"/>
              </a:ext>
            </a:extLst>
          </p:cNvPr>
          <p:cNvSpPr txBox="1"/>
          <p:nvPr/>
        </p:nvSpPr>
        <p:spPr>
          <a:xfrm>
            <a:off x="127000" y="5219520"/>
            <a:ext cx="8405813" cy="1502273"/>
          </a:xfrm>
          <a:prstGeom prst="rect">
            <a:avLst/>
          </a:prstGeom>
          <a:effectLst>
            <a:outerShdw blurRad="50800" dist="38100" dir="8100000" algn="tr" rotWithShape="0">
              <a:prstClr val="black">
                <a:alpha val="40000"/>
              </a:prstClr>
            </a:outerShdw>
          </a:effectLst>
        </p:spPr>
        <p:txBody>
          <a:bodyPr wrap="square" lIns="0" tIns="0" rIns="0" bIns="0" rtlCol="0">
            <a:noAutofit/>
          </a:bodyPr>
          <a:lstStyle/>
          <a:p>
            <a:pPr marL="12700">
              <a:lnSpc>
                <a:spcPts val="3275"/>
              </a:lnSpc>
              <a:spcBef>
                <a:spcPts val="513"/>
              </a:spcBef>
            </a:pPr>
            <a:r>
              <a:rPr sz="6000" baseline="-9378" dirty="0">
                <a:solidFill>
                  <a:srgbClr val="C00000"/>
                </a:solidFill>
                <a:latin typeface="Verdana" panose="020B0604030504040204" pitchFamily="34" charset="0"/>
                <a:ea typeface="Verdana" panose="020B0604030504040204" pitchFamily="34" charset="0"/>
                <a:cs typeface="Times New Roman"/>
              </a:rPr>
              <a:t>P</a:t>
            </a:r>
            <a:r>
              <a:rPr sz="6000" spc="-609" baseline="-9378" dirty="0">
                <a:solidFill>
                  <a:srgbClr val="C00000"/>
                </a:solidFill>
                <a:latin typeface="Verdana" panose="020B0604030504040204" pitchFamily="34" charset="0"/>
                <a:ea typeface="Verdana" panose="020B0604030504040204" pitchFamily="34" charset="0"/>
                <a:cs typeface="Times New Roman"/>
              </a:rPr>
              <a:t> </a:t>
            </a:r>
            <a:r>
              <a:rPr sz="6000" spc="0" baseline="-9378" dirty="0">
                <a:solidFill>
                  <a:srgbClr val="C00000"/>
                </a:solidFill>
                <a:latin typeface="Verdana" panose="020B0604030504040204" pitchFamily="34" charset="0"/>
                <a:ea typeface="Verdana" panose="020B0604030504040204" pitchFamily="34" charset="0"/>
                <a:cs typeface="Times New Roman"/>
              </a:rPr>
              <a:t>T </a:t>
            </a:r>
            <a:r>
              <a:rPr sz="6000" spc="120" baseline="-9378" dirty="0">
                <a:solidFill>
                  <a:srgbClr val="C00000"/>
                </a:solidFill>
                <a:latin typeface="Verdana" panose="020B0604030504040204" pitchFamily="34" charset="0"/>
                <a:ea typeface="Verdana" panose="020B0604030504040204" pitchFamily="34" charset="0"/>
                <a:cs typeface="Times New Roman"/>
              </a:rPr>
              <a:t> </a:t>
            </a:r>
            <a:r>
              <a:rPr sz="6000" spc="0" baseline="-9378" dirty="0">
                <a:solidFill>
                  <a:srgbClr val="C00000"/>
                </a:solidFill>
                <a:latin typeface="Verdana" panose="020B0604030504040204" pitchFamily="34" charset="0"/>
                <a:ea typeface="Verdana" panose="020B0604030504040204" pitchFamily="34" charset="0"/>
                <a:cs typeface="Times New Roman"/>
              </a:rPr>
              <a:t>I</a:t>
            </a:r>
            <a:r>
              <a:rPr sz="6000" spc="-609" baseline="-9378" dirty="0">
                <a:solidFill>
                  <a:srgbClr val="C00000"/>
                </a:solidFill>
                <a:latin typeface="Verdana" panose="020B0604030504040204" pitchFamily="34" charset="0"/>
                <a:ea typeface="Verdana" panose="020B0604030504040204" pitchFamily="34" charset="0"/>
                <a:cs typeface="Times New Roman"/>
              </a:rPr>
              <a:t> </a:t>
            </a:r>
            <a:r>
              <a:rPr sz="6000" spc="0" baseline="-9378" dirty="0">
                <a:solidFill>
                  <a:srgbClr val="C00000"/>
                </a:solidFill>
                <a:latin typeface="Verdana" panose="020B0604030504040204" pitchFamily="34" charset="0"/>
                <a:ea typeface="Verdana" panose="020B0604030504040204" pitchFamily="34" charset="0"/>
                <a:cs typeface="Times New Roman"/>
              </a:rPr>
              <a:t>M</a:t>
            </a:r>
            <a:r>
              <a:rPr sz="6000" spc="-609" baseline="-9378" dirty="0">
                <a:solidFill>
                  <a:srgbClr val="C00000"/>
                </a:solidFill>
                <a:latin typeface="Verdana" panose="020B0604030504040204" pitchFamily="34" charset="0"/>
                <a:ea typeface="Verdana" panose="020B0604030504040204" pitchFamily="34" charset="0"/>
                <a:cs typeface="Times New Roman"/>
              </a:rPr>
              <a:t> </a:t>
            </a:r>
            <a:r>
              <a:rPr sz="6000" spc="0" baseline="-9378" dirty="0">
                <a:solidFill>
                  <a:srgbClr val="C00000"/>
                </a:solidFill>
                <a:latin typeface="Verdana" panose="020B0604030504040204" pitchFamily="34" charset="0"/>
                <a:ea typeface="Verdana" panose="020B0604030504040204" pitchFamily="34" charset="0"/>
                <a:cs typeface="Times New Roman"/>
              </a:rPr>
              <a:t>P</a:t>
            </a:r>
            <a:r>
              <a:rPr sz="6000" spc="-609" baseline="-9378" dirty="0">
                <a:solidFill>
                  <a:srgbClr val="C00000"/>
                </a:solidFill>
                <a:latin typeface="Verdana" panose="020B0604030504040204" pitchFamily="34" charset="0"/>
                <a:ea typeface="Verdana" panose="020B0604030504040204" pitchFamily="34" charset="0"/>
                <a:cs typeface="Times New Roman"/>
              </a:rPr>
              <a:t> </a:t>
            </a:r>
            <a:r>
              <a:rPr sz="6000" spc="0" baseline="-9378" dirty="0">
                <a:solidFill>
                  <a:srgbClr val="C00000"/>
                </a:solidFill>
                <a:latin typeface="Verdana" panose="020B0604030504040204" pitchFamily="34" charset="0"/>
                <a:ea typeface="Verdana" panose="020B0604030504040204" pitchFamily="34" charset="0"/>
                <a:cs typeface="Times New Roman"/>
              </a:rPr>
              <a:t>A</a:t>
            </a:r>
            <a:r>
              <a:rPr sz="6000" spc="-609" baseline="-9378" dirty="0">
                <a:solidFill>
                  <a:srgbClr val="C00000"/>
                </a:solidFill>
                <a:latin typeface="Verdana" panose="020B0604030504040204" pitchFamily="34" charset="0"/>
                <a:ea typeface="Verdana" panose="020B0604030504040204" pitchFamily="34" charset="0"/>
                <a:cs typeface="Times New Roman"/>
              </a:rPr>
              <a:t> </a:t>
            </a:r>
            <a:r>
              <a:rPr sz="6000" spc="0" baseline="-9378" dirty="0">
                <a:solidFill>
                  <a:srgbClr val="C00000"/>
                </a:solidFill>
                <a:latin typeface="Verdana" panose="020B0604030504040204" pitchFamily="34" charset="0"/>
                <a:ea typeface="Verdana" panose="020B0604030504040204" pitchFamily="34" charset="0"/>
                <a:cs typeface="Times New Roman"/>
              </a:rPr>
              <a:t>L</a:t>
            </a:r>
            <a:r>
              <a:rPr sz="6000" spc="-609" baseline="-9378" dirty="0">
                <a:solidFill>
                  <a:srgbClr val="C00000"/>
                </a:solidFill>
                <a:latin typeface="Verdana" panose="020B0604030504040204" pitchFamily="34" charset="0"/>
                <a:ea typeface="Verdana" panose="020B0604030504040204" pitchFamily="34" charset="0"/>
                <a:cs typeface="Times New Roman"/>
              </a:rPr>
              <a:t> </a:t>
            </a:r>
            <a:r>
              <a:rPr sz="6000" spc="0" baseline="-9378" dirty="0">
                <a:solidFill>
                  <a:srgbClr val="C00000"/>
                </a:solidFill>
                <a:latin typeface="Verdana" panose="020B0604030504040204" pitchFamily="34" charset="0"/>
                <a:ea typeface="Verdana" panose="020B0604030504040204" pitchFamily="34" charset="0"/>
                <a:cs typeface="Times New Roman"/>
              </a:rPr>
              <a:t>A</a:t>
            </a:r>
            <a:endParaRPr sz="4000" dirty="0">
              <a:solidFill>
                <a:srgbClr val="C00000"/>
              </a:solidFill>
              <a:latin typeface="Verdana" panose="020B0604030504040204" pitchFamily="34" charset="0"/>
              <a:ea typeface="Verdana" panose="020B0604030504040204" pitchFamily="34" charset="0"/>
              <a:cs typeface="Times New Roman"/>
            </a:endParaRPr>
          </a:p>
        </p:txBody>
      </p:sp>
      <p:pic>
        <p:nvPicPr>
          <p:cNvPr id="9" name="Picture 8">
            <a:extLst>
              <a:ext uri="{FF2B5EF4-FFF2-40B4-BE49-F238E27FC236}">
                <a16:creationId xmlns:a16="http://schemas.microsoft.com/office/drawing/2014/main" id="{1F43185F-D4C0-4AEA-985E-FDD368360430}"/>
              </a:ext>
            </a:extLst>
          </p:cNvPr>
          <p:cNvPicPr>
            <a:picLocks noChangeAspect="1"/>
          </p:cNvPicPr>
          <p:nvPr/>
        </p:nvPicPr>
        <p:blipFill>
          <a:blip r:embed="rId2"/>
          <a:stretch>
            <a:fillRect/>
          </a:stretch>
        </p:blipFill>
        <p:spPr>
          <a:xfrm>
            <a:off x="-39778" y="8737600"/>
            <a:ext cx="3784604" cy="2000250"/>
          </a:xfrm>
          <a:prstGeom prst="rect">
            <a:avLst/>
          </a:prstGeom>
        </p:spPr>
      </p:pic>
      <p:sp>
        <p:nvSpPr>
          <p:cNvPr id="4" name="Flowchart: Punched Tape 3">
            <a:extLst>
              <a:ext uri="{FF2B5EF4-FFF2-40B4-BE49-F238E27FC236}">
                <a16:creationId xmlns:a16="http://schemas.microsoft.com/office/drawing/2014/main" id="{EF94004B-4292-46F5-8F27-5C0B98C7ED9A}"/>
              </a:ext>
            </a:extLst>
          </p:cNvPr>
          <p:cNvSpPr/>
          <p:nvPr/>
        </p:nvSpPr>
        <p:spPr>
          <a:xfrm>
            <a:off x="0" y="2595363"/>
            <a:ext cx="6146800" cy="1669159"/>
          </a:xfrm>
          <a:prstGeom prst="flowChartPunchedTape">
            <a:avLst/>
          </a:prstGeom>
          <a:solidFill>
            <a:srgbClr val="C00000"/>
          </a:solidFill>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D" sz="5400" dirty="0">
                <a:solidFill>
                  <a:schemeClr val="bg1"/>
                </a:solidFill>
                <a:latin typeface="Verdana" panose="020B0604030504040204" pitchFamily="34" charset="0"/>
                <a:ea typeface="Verdana" panose="020B0604030504040204" pitchFamily="34" charset="0"/>
              </a:rPr>
              <a:t>THANK YOU </a:t>
            </a:r>
            <a:endParaRPr lang="en-ID" sz="4000" dirty="0">
              <a:solidFill>
                <a:srgbClr val="C00000"/>
              </a:solidFill>
            </a:endParaRPr>
          </a:p>
        </p:txBody>
      </p:sp>
      <p:pic>
        <p:nvPicPr>
          <p:cNvPr id="8" name="Picture 7">
            <a:extLst>
              <a:ext uri="{FF2B5EF4-FFF2-40B4-BE49-F238E27FC236}">
                <a16:creationId xmlns:a16="http://schemas.microsoft.com/office/drawing/2014/main" id="{08401405-4208-4D73-AEA4-A856BAA0953C}"/>
              </a:ext>
            </a:extLst>
          </p:cNvPr>
          <p:cNvPicPr>
            <a:picLocks noChangeAspect="1"/>
          </p:cNvPicPr>
          <p:nvPr/>
        </p:nvPicPr>
        <p:blipFill rotWithShape="1">
          <a:blip r:embed="rId3"/>
          <a:srcRect l="-1605" t="5000" r="1" b="9242"/>
          <a:stretch/>
        </p:blipFill>
        <p:spPr>
          <a:xfrm>
            <a:off x="4372767" y="8533111"/>
            <a:ext cx="2625725" cy="1544339"/>
          </a:xfrm>
          <a:prstGeom prst="rect">
            <a:avLst/>
          </a:prstGeom>
        </p:spPr>
      </p:pic>
      <p:sp>
        <p:nvSpPr>
          <p:cNvPr id="15" name="object 9">
            <a:extLst>
              <a:ext uri="{FF2B5EF4-FFF2-40B4-BE49-F238E27FC236}">
                <a16:creationId xmlns:a16="http://schemas.microsoft.com/office/drawing/2014/main" id="{D07F8B31-02AD-4226-8258-3490A3213E9B}"/>
              </a:ext>
            </a:extLst>
          </p:cNvPr>
          <p:cNvSpPr/>
          <p:nvPr/>
        </p:nvSpPr>
        <p:spPr>
          <a:xfrm rot="10800000">
            <a:off x="3824376" y="7410450"/>
            <a:ext cx="3660671" cy="3660579"/>
          </a:xfrm>
          <a:custGeom>
            <a:avLst/>
            <a:gdLst/>
            <a:ahLst/>
            <a:cxnLst/>
            <a:rect l="l" t="t" r="r" b="b"/>
            <a:pathLst>
              <a:path w="3660671" h="3660579">
                <a:moveTo>
                  <a:pt x="1980350" y="3654501"/>
                </a:moveTo>
                <a:lnTo>
                  <a:pt x="2126944" y="3636582"/>
                </a:lnTo>
                <a:lnTo>
                  <a:pt x="2269765" y="3607298"/>
                </a:lnTo>
                <a:lnTo>
                  <a:pt x="2408339" y="3567123"/>
                </a:lnTo>
                <a:lnTo>
                  <a:pt x="2542191" y="3516532"/>
                </a:lnTo>
                <a:lnTo>
                  <a:pt x="2670847" y="3455999"/>
                </a:lnTo>
                <a:lnTo>
                  <a:pt x="2793833" y="3385999"/>
                </a:lnTo>
                <a:lnTo>
                  <a:pt x="2910673" y="3307006"/>
                </a:lnTo>
                <a:lnTo>
                  <a:pt x="3020894" y="3219496"/>
                </a:lnTo>
                <a:lnTo>
                  <a:pt x="3124020" y="3123943"/>
                </a:lnTo>
                <a:lnTo>
                  <a:pt x="3219576" y="3020821"/>
                </a:lnTo>
                <a:lnTo>
                  <a:pt x="3307089" y="2910605"/>
                </a:lnTo>
                <a:lnTo>
                  <a:pt x="3386084" y="2793771"/>
                </a:lnTo>
                <a:lnTo>
                  <a:pt x="3456086" y="2670791"/>
                </a:lnTo>
                <a:lnTo>
                  <a:pt x="3516621" y="2542142"/>
                </a:lnTo>
                <a:lnTo>
                  <a:pt x="3567213" y="2408297"/>
                </a:lnTo>
                <a:lnTo>
                  <a:pt x="3607389" y="2269732"/>
                </a:lnTo>
                <a:lnTo>
                  <a:pt x="3636674" y="2126921"/>
                </a:lnTo>
                <a:lnTo>
                  <a:pt x="3654592" y="1980338"/>
                </a:lnTo>
                <a:lnTo>
                  <a:pt x="3660434" y="1836293"/>
                </a:lnTo>
                <a:lnTo>
                  <a:pt x="3660434" y="1824624"/>
                </a:lnTo>
                <a:lnTo>
                  <a:pt x="3654592" y="1680551"/>
                </a:lnTo>
                <a:lnTo>
                  <a:pt x="3636673" y="1533941"/>
                </a:lnTo>
                <a:lnTo>
                  <a:pt x="3607388" y="1391103"/>
                </a:lnTo>
                <a:lnTo>
                  <a:pt x="3567212" y="1252511"/>
                </a:lnTo>
                <a:lnTo>
                  <a:pt x="3516619" y="1118642"/>
                </a:lnTo>
                <a:lnTo>
                  <a:pt x="3456084" y="989969"/>
                </a:lnTo>
                <a:lnTo>
                  <a:pt x="3386082" y="866966"/>
                </a:lnTo>
                <a:lnTo>
                  <a:pt x="3307087" y="750110"/>
                </a:lnTo>
                <a:lnTo>
                  <a:pt x="3219573" y="639874"/>
                </a:lnTo>
                <a:lnTo>
                  <a:pt x="3124016" y="536733"/>
                </a:lnTo>
                <a:lnTo>
                  <a:pt x="3020890" y="441163"/>
                </a:lnTo>
                <a:lnTo>
                  <a:pt x="2981948" y="410239"/>
                </a:lnTo>
                <a:lnTo>
                  <a:pt x="2666056" y="410239"/>
                </a:lnTo>
                <a:lnTo>
                  <a:pt x="2698451" y="428680"/>
                </a:lnTo>
                <a:lnTo>
                  <a:pt x="2803725" y="499864"/>
                </a:lnTo>
                <a:lnTo>
                  <a:pt x="2903034" y="578723"/>
                </a:lnTo>
                <a:lnTo>
                  <a:pt x="2995952" y="664830"/>
                </a:lnTo>
                <a:lnTo>
                  <a:pt x="3082050" y="757758"/>
                </a:lnTo>
                <a:lnTo>
                  <a:pt x="3160901" y="857079"/>
                </a:lnTo>
                <a:lnTo>
                  <a:pt x="3232077" y="962364"/>
                </a:lnTo>
                <a:lnTo>
                  <a:pt x="3295150" y="1073187"/>
                </a:lnTo>
                <a:lnTo>
                  <a:pt x="3349693" y="1189118"/>
                </a:lnTo>
                <a:lnTo>
                  <a:pt x="3395278" y="1309732"/>
                </a:lnTo>
                <a:lnTo>
                  <a:pt x="3431477" y="1434600"/>
                </a:lnTo>
                <a:lnTo>
                  <a:pt x="3457862" y="1563294"/>
                </a:lnTo>
                <a:lnTo>
                  <a:pt x="3474007" y="1695386"/>
                </a:lnTo>
                <a:lnTo>
                  <a:pt x="3479482" y="1830450"/>
                </a:lnTo>
                <a:lnTo>
                  <a:pt x="3474006" y="1965494"/>
                </a:lnTo>
                <a:lnTo>
                  <a:pt x="3457860" y="2097567"/>
                </a:lnTo>
                <a:lnTo>
                  <a:pt x="3431474" y="2226242"/>
                </a:lnTo>
                <a:lnTo>
                  <a:pt x="3395274" y="2351091"/>
                </a:lnTo>
                <a:lnTo>
                  <a:pt x="3349689" y="2471686"/>
                </a:lnTo>
                <a:lnTo>
                  <a:pt x="3295146" y="2587599"/>
                </a:lnTo>
                <a:lnTo>
                  <a:pt x="3232073" y="2698404"/>
                </a:lnTo>
                <a:lnTo>
                  <a:pt x="3160897" y="2803672"/>
                </a:lnTo>
                <a:lnTo>
                  <a:pt x="3082047" y="2902976"/>
                </a:lnTo>
                <a:lnTo>
                  <a:pt x="2995949" y="2995888"/>
                </a:lnTo>
                <a:lnTo>
                  <a:pt x="2903031" y="3081981"/>
                </a:lnTo>
                <a:lnTo>
                  <a:pt x="2803722" y="3160827"/>
                </a:lnTo>
                <a:lnTo>
                  <a:pt x="2698448" y="3231998"/>
                </a:lnTo>
                <a:lnTo>
                  <a:pt x="2587638" y="3295067"/>
                </a:lnTo>
                <a:lnTo>
                  <a:pt x="2471719" y="3349607"/>
                </a:lnTo>
                <a:lnTo>
                  <a:pt x="2351119" y="3395189"/>
                </a:lnTo>
                <a:lnTo>
                  <a:pt x="2226265" y="3431386"/>
                </a:lnTo>
                <a:lnTo>
                  <a:pt x="2097585" y="3457770"/>
                </a:lnTo>
                <a:lnTo>
                  <a:pt x="1965508" y="3473914"/>
                </a:lnTo>
                <a:lnTo>
                  <a:pt x="1830459" y="3479391"/>
                </a:lnTo>
                <a:lnTo>
                  <a:pt x="1695394" y="3473914"/>
                </a:lnTo>
                <a:lnTo>
                  <a:pt x="1563301" y="3457770"/>
                </a:lnTo>
                <a:lnTo>
                  <a:pt x="1434605" y="3431386"/>
                </a:lnTo>
                <a:lnTo>
                  <a:pt x="1309737" y="3395189"/>
                </a:lnTo>
                <a:lnTo>
                  <a:pt x="1189122" y="3349608"/>
                </a:lnTo>
                <a:lnTo>
                  <a:pt x="1073190" y="3295069"/>
                </a:lnTo>
                <a:lnTo>
                  <a:pt x="962367" y="3232000"/>
                </a:lnTo>
                <a:lnTo>
                  <a:pt x="857081" y="3160829"/>
                </a:lnTo>
                <a:lnTo>
                  <a:pt x="757760" y="3081984"/>
                </a:lnTo>
                <a:lnTo>
                  <a:pt x="664832" y="2995891"/>
                </a:lnTo>
                <a:lnTo>
                  <a:pt x="578724" y="2902979"/>
                </a:lnTo>
                <a:lnTo>
                  <a:pt x="499864" y="2803676"/>
                </a:lnTo>
                <a:lnTo>
                  <a:pt x="428680" y="2698408"/>
                </a:lnTo>
                <a:lnTo>
                  <a:pt x="365600" y="2587603"/>
                </a:lnTo>
                <a:lnTo>
                  <a:pt x="311051" y="2471689"/>
                </a:lnTo>
                <a:lnTo>
                  <a:pt x="265460" y="2351094"/>
                </a:lnTo>
                <a:lnTo>
                  <a:pt x="229257" y="2226245"/>
                </a:lnTo>
                <a:lnTo>
                  <a:pt x="202868" y="2097570"/>
                </a:lnTo>
                <a:lnTo>
                  <a:pt x="186720" y="1965495"/>
                </a:lnTo>
                <a:lnTo>
                  <a:pt x="181243" y="1830450"/>
                </a:lnTo>
                <a:lnTo>
                  <a:pt x="186720" y="1695386"/>
                </a:lnTo>
                <a:lnTo>
                  <a:pt x="202868" y="1563294"/>
                </a:lnTo>
                <a:lnTo>
                  <a:pt x="204615" y="989969"/>
                </a:lnTo>
                <a:lnTo>
                  <a:pt x="144072" y="1118642"/>
                </a:lnTo>
                <a:lnTo>
                  <a:pt x="93471" y="1252511"/>
                </a:lnTo>
                <a:lnTo>
                  <a:pt x="53290" y="1391103"/>
                </a:lnTo>
                <a:lnTo>
                  <a:pt x="24000" y="1533941"/>
                </a:lnTo>
                <a:lnTo>
                  <a:pt x="6079" y="1680551"/>
                </a:lnTo>
                <a:lnTo>
                  <a:pt x="0" y="1830459"/>
                </a:lnTo>
                <a:lnTo>
                  <a:pt x="6079" y="1980338"/>
                </a:lnTo>
                <a:lnTo>
                  <a:pt x="24000" y="2126921"/>
                </a:lnTo>
                <a:lnTo>
                  <a:pt x="53290" y="2269732"/>
                </a:lnTo>
                <a:lnTo>
                  <a:pt x="93471" y="2408297"/>
                </a:lnTo>
                <a:lnTo>
                  <a:pt x="144072" y="2542142"/>
                </a:lnTo>
                <a:lnTo>
                  <a:pt x="204615" y="2670791"/>
                </a:lnTo>
                <a:lnTo>
                  <a:pt x="274627" y="2793771"/>
                </a:lnTo>
                <a:lnTo>
                  <a:pt x="353634" y="2910605"/>
                </a:lnTo>
                <a:lnTo>
                  <a:pt x="441159" y="3020821"/>
                </a:lnTo>
                <a:lnTo>
                  <a:pt x="536730" y="3123943"/>
                </a:lnTo>
                <a:lnTo>
                  <a:pt x="639870" y="3219496"/>
                </a:lnTo>
                <a:lnTo>
                  <a:pt x="750106" y="3307006"/>
                </a:lnTo>
                <a:lnTo>
                  <a:pt x="866962" y="3385999"/>
                </a:lnTo>
                <a:lnTo>
                  <a:pt x="989964" y="3455999"/>
                </a:lnTo>
                <a:lnTo>
                  <a:pt x="1118638" y="3516532"/>
                </a:lnTo>
                <a:lnTo>
                  <a:pt x="1252508" y="3567123"/>
                </a:lnTo>
                <a:lnTo>
                  <a:pt x="1391100" y="3607298"/>
                </a:lnTo>
                <a:lnTo>
                  <a:pt x="1533939" y="3636582"/>
                </a:lnTo>
                <a:lnTo>
                  <a:pt x="1680550" y="3654501"/>
                </a:lnTo>
                <a:lnTo>
                  <a:pt x="1830459" y="3660579"/>
                </a:lnTo>
                <a:lnTo>
                  <a:pt x="1980350" y="3654501"/>
                </a:lnTo>
                <a:close/>
              </a:path>
              <a:path w="3660671" h="3660579">
                <a:moveTo>
                  <a:pt x="311051" y="1189118"/>
                </a:moveTo>
                <a:lnTo>
                  <a:pt x="365600" y="1073187"/>
                </a:lnTo>
                <a:lnTo>
                  <a:pt x="428680" y="962364"/>
                </a:lnTo>
                <a:lnTo>
                  <a:pt x="499864" y="857079"/>
                </a:lnTo>
                <a:lnTo>
                  <a:pt x="578724" y="757758"/>
                </a:lnTo>
                <a:lnTo>
                  <a:pt x="664832" y="664830"/>
                </a:lnTo>
                <a:lnTo>
                  <a:pt x="757760" y="578723"/>
                </a:lnTo>
                <a:lnTo>
                  <a:pt x="857081" y="499864"/>
                </a:lnTo>
                <a:lnTo>
                  <a:pt x="962367" y="428680"/>
                </a:lnTo>
                <a:lnTo>
                  <a:pt x="994765" y="410239"/>
                </a:lnTo>
                <a:lnTo>
                  <a:pt x="678817" y="410239"/>
                </a:lnTo>
                <a:lnTo>
                  <a:pt x="639870" y="441163"/>
                </a:lnTo>
                <a:lnTo>
                  <a:pt x="536730" y="536733"/>
                </a:lnTo>
                <a:lnTo>
                  <a:pt x="441159" y="639874"/>
                </a:lnTo>
                <a:lnTo>
                  <a:pt x="353634" y="750110"/>
                </a:lnTo>
                <a:lnTo>
                  <a:pt x="274627" y="866966"/>
                </a:lnTo>
                <a:lnTo>
                  <a:pt x="265460" y="1309732"/>
                </a:lnTo>
                <a:lnTo>
                  <a:pt x="311051" y="1189118"/>
                </a:lnTo>
                <a:close/>
              </a:path>
              <a:path w="3660671" h="3660579">
                <a:moveTo>
                  <a:pt x="229257" y="1434600"/>
                </a:moveTo>
                <a:lnTo>
                  <a:pt x="265460" y="1309732"/>
                </a:lnTo>
                <a:lnTo>
                  <a:pt x="274627" y="866966"/>
                </a:lnTo>
                <a:lnTo>
                  <a:pt x="204615" y="989969"/>
                </a:lnTo>
                <a:lnTo>
                  <a:pt x="202868" y="1563294"/>
                </a:lnTo>
                <a:lnTo>
                  <a:pt x="229257" y="1434600"/>
                </a:lnTo>
                <a:close/>
              </a:path>
            </a:pathLst>
          </a:custGeom>
          <a:solidFill>
            <a:srgbClr val="C00000"/>
          </a:solidFill>
        </p:spPr>
        <p:txBody>
          <a:bodyPr wrap="square" lIns="0" tIns="0" rIns="0" bIns="0" rtlCol="0">
            <a:noAutofit/>
          </a:bodyPr>
          <a:lstStyle/>
          <a:p>
            <a:endParaRPr dirty="0"/>
          </a:p>
        </p:txBody>
      </p:sp>
      <p:sp>
        <p:nvSpPr>
          <p:cNvPr id="16" name="object 11">
            <a:extLst>
              <a:ext uri="{FF2B5EF4-FFF2-40B4-BE49-F238E27FC236}">
                <a16:creationId xmlns:a16="http://schemas.microsoft.com/office/drawing/2014/main" id="{3206345C-59A6-463A-828E-3FE22B0AE060}"/>
              </a:ext>
            </a:extLst>
          </p:cNvPr>
          <p:cNvSpPr/>
          <p:nvPr/>
        </p:nvSpPr>
        <p:spPr>
          <a:xfrm>
            <a:off x="-2387600" y="-9353550"/>
            <a:ext cx="21002868" cy="21002868"/>
          </a:xfrm>
          <a:custGeom>
            <a:avLst/>
            <a:gdLst/>
            <a:ahLst/>
            <a:cxnLst/>
            <a:rect l="l" t="t" r="r" b="b"/>
            <a:pathLst>
              <a:path w="21002868" h="21002868">
                <a:moveTo>
                  <a:pt x="9972278" y="9129019"/>
                </a:moveTo>
                <a:lnTo>
                  <a:pt x="7361944" y="9129019"/>
                </a:lnTo>
                <a:lnTo>
                  <a:pt x="9972278" y="15814414"/>
                </a:lnTo>
                <a:lnTo>
                  <a:pt x="9972278" y="9129019"/>
                </a:lnTo>
                <a:close/>
              </a:path>
            </a:pathLst>
          </a:custGeom>
          <a:solidFill>
            <a:srgbClr val="C00000"/>
          </a:solidFill>
        </p:spPr>
        <p:txBody>
          <a:bodyPr wrap="square" lIns="0" tIns="0" rIns="0" bIns="0" rtlCol="0">
            <a:noAutofit/>
          </a:bodyPr>
          <a:lstStyle/>
          <a:p>
            <a:endParaRPr/>
          </a:p>
        </p:txBody>
      </p:sp>
      <p:sp>
        <p:nvSpPr>
          <p:cNvPr id="17" name="object 3">
            <a:extLst>
              <a:ext uri="{FF2B5EF4-FFF2-40B4-BE49-F238E27FC236}">
                <a16:creationId xmlns:a16="http://schemas.microsoft.com/office/drawing/2014/main" id="{C3CB018B-0C4D-426C-972C-7546EBF2ADFD}"/>
              </a:ext>
            </a:extLst>
          </p:cNvPr>
          <p:cNvSpPr txBox="1"/>
          <p:nvPr/>
        </p:nvSpPr>
        <p:spPr>
          <a:xfrm>
            <a:off x="3910927" y="5219521"/>
            <a:ext cx="8405813" cy="1502273"/>
          </a:xfrm>
          <a:prstGeom prst="rect">
            <a:avLst/>
          </a:prstGeom>
          <a:effectLst>
            <a:outerShdw blurRad="50800" dist="38100" dir="8100000" algn="tr" rotWithShape="0">
              <a:prstClr val="black">
                <a:alpha val="40000"/>
              </a:prstClr>
            </a:outerShdw>
          </a:effectLst>
        </p:spPr>
        <p:txBody>
          <a:bodyPr wrap="square" lIns="0" tIns="0" rIns="0" bIns="0" rtlCol="0">
            <a:noAutofit/>
          </a:bodyPr>
          <a:lstStyle/>
          <a:p>
            <a:pPr marL="12700">
              <a:lnSpc>
                <a:spcPts val="3275"/>
              </a:lnSpc>
              <a:spcBef>
                <a:spcPts val="513"/>
              </a:spcBef>
            </a:pPr>
            <a:r>
              <a:rPr lang="en-ID" sz="6000" baseline="-9378" dirty="0">
                <a:solidFill>
                  <a:srgbClr val="C00000"/>
                </a:solidFill>
                <a:latin typeface="Verdana" panose="020B0604030504040204" pitchFamily="34" charset="0"/>
                <a:ea typeface="Verdana" panose="020B0604030504040204" pitchFamily="34" charset="0"/>
                <a:cs typeface="Times New Roman"/>
              </a:rPr>
              <a:t>AKBARINDO</a:t>
            </a:r>
            <a:endParaRPr sz="4000" dirty="0">
              <a:solidFill>
                <a:srgbClr val="C00000"/>
              </a:solidFill>
              <a:latin typeface="Verdana" panose="020B0604030504040204" pitchFamily="34" charset="0"/>
              <a:ea typeface="Verdana" panose="020B0604030504040204" pitchFamily="34" charset="0"/>
              <a:cs typeface="Times New Roman"/>
            </a:endParaRPr>
          </a:p>
        </p:txBody>
      </p:sp>
      <p:sp>
        <p:nvSpPr>
          <p:cNvPr id="18" name="object 6">
            <a:extLst>
              <a:ext uri="{FF2B5EF4-FFF2-40B4-BE49-F238E27FC236}">
                <a16:creationId xmlns:a16="http://schemas.microsoft.com/office/drawing/2014/main" id="{822F542D-7884-4DEF-A2AD-E9497AFCE01E}"/>
              </a:ext>
            </a:extLst>
          </p:cNvPr>
          <p:cNvSpPr/>
          <p:nvPr/>
        </p:nvSpPr>
        <p:spPr>
          <a:xfrm>
            <a:off x="570708" y="6172468"/>
            <a:ext cx="2201775" cy="2475963"/>
          </a:xfrm>
          <a:prstGeom prst="rect">
            <a:avLst/>
          </a:prstGeom>
          <a:blipFill>
            <a:blip r:embed="rId4"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1630691366"/>
      </p:ext>
    </p:extLst>
  </p:cSld>
  <p:clrMapOvr>
    <a:masterClrMapping/>
  </p:clrMapOvr>
  <p:transition spd="slow" advTm="9515">
    <p:comb/>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883</TotalTime>
  <Words>1175</Words>
  <Application>Microsoft Office PowerPoint</Application>
  <PresentationFormat>Custom</PresentationFormat>
  <Paragraphs>259</Paragraphs>
  <Slides>37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TUJUAN  PT IMPALA AKBARINDO</vt:lpstr>
      <vt:lpstr>RENCANA KERJA   PT IMPALA AKBARINDO</vt:lpstr>
      <vt:lpstr>RENCANA KERJA   PT IMPALA AKBARINDO</vt:lpstr>
      <vt:lpstr>PROGRAM  PT IMPALA AKBARINDO YANG SUDAH BERJALAN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ASB JASA KEBERSIHAN </vt:lpstr>
      <vt:lpstr>ASB JASA KEAMANAN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Agung</dc:creator>
  <cp:lastModifiedBy>Impala</cp:lastModifiedBy>
  <cp:revision>52</cp:revision>
  <cp:lastPrinted>2021-12-15T07:55:07Z</cp:lastPrinted>
  <dcterms:modified xsi:type="dcterms:W3CDTF">2023-02-08T03:04:36Z</dcterms:modified>
</cp:coreProperties>
</file>